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16_0.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19_0.xml" ContentType="application/vnd.ms-powerpoint.comments+xml"/>
  <Override PartName="/ppt/comments/modernComment_122_0.xml" ContentType="application/vnd.ms-powerpoint.comments+xml"/>
  <Override PartName="/ppt/comments/modernComment_12E_0.xml" ContentType="application/vnd.ms-powerpoint.comments+xml"/>
  <Override PartName="/ppt/comments/modernComment_156_2841642.xml" ContentType="application/vnd.ms-powerpoint.comments+xml"/>
  <Override PartName="/ppt/comments/modernComment_162_30D28D8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9" r:id="rId2"/>
    <p:sldId id="333" r:id="rId3"/>
    <p:sldId id="351" r:id="rId4"/>
    <p:sldId id="355" r:id="rId5"/>
    <p:sldId id="258" r:id="rId6"/>
    <p:sldId id="335" r:id="rId7"/>
    <p:sldId id="360" r:id="rId8"/>
    <p:sldId id="361" r:id="rId9"/>
    <p:sldId id="364" r:id="rId10"/>
    <p:sldId id="345" r:id="rId11"/>
    <p:sldId id="311" r:id="rId12"/>
    <p:sldId id="352" r:id="rId13"/>
    <p:sldId id="272" r:id="rId14"/>
    <p:sldId id="273" r:id="rId15"/>
    <p:sldId id="295" r:id="rId16"/>
    <p:sldId id="266" r:id="rId17"/>
    <p:sldId id="268" r:id="rId18"/>
    <p:sldId id="269" r:id="rId19"/>
    <p:sldId id="270" r:id="rId20"/>
    <p:sldId id="271" r:id="rId21"/>
    <p:sldId id="298" r:id="rId22"/>
    <p:sldId id="284" r:id="rId23"/>
    <p:sldId id="349" r:id="rId24"/>
    <p:sldId id="275" r:id="rId25"/>
    <p:sldId id="276" r:id="rId26"/>
    <p:sldId id="277" r:id="rId27"/>
    <p:sldId id="278" r:id="rId28"/>
    <p:sldId id="279" r:id="rId29"/>
    <p:sldId id="280" r:id="rId30"/>
    <p:sldId id="281" r:id="rId31"/>
    <p:sldId id="282" r:id="rId32"/>
    <p:sldId id="353" r:id="rId33"/>
    <p:sldId id="312" r:id="rId34"/>
    <p:sldId id="283" r:id="rId35"/>
    <p:sldId id="274" r:id="rId36"/>
    <p:sldId id="338" r:id="rId37"/>
    <p:sldId id="286" r:id="rId38"/>
    <p:sldId id="289" r:id="rId39"/>
    <p:sldId id="299" r:id="rId40"/>
    <p:sldId id="290" r:id="rId41"/>
    <p:sldId id="340" r:id="rId42"/>
    <p:sldId id="350" r:id="rId43"/>
    <p:sldId id="291" r:id="rId44"/>
    <p:sldId id="292" r:id="rId45"/>
    <p:sldId id="341" r:id="rId46"/>
    <p:sldId id="293" r:id="rId47"/>
    <p:sldId id="301" r:id="rId48"/>
    <p:sldId id="300" r:id="rId49"/>
    <p:sldId id="302" r:id="rId50"/>
    <p:sldId id="303" r:id="rId51"/>
    <p:sldId id="342" r:id="rId52"/>
    <p:sldId id="343" r:id="rId53"/>
    <p:sldId id="344" r:id="rId54"/>
    <p:sldId id="304" r:id="rId55"/>
    <p:sldId id="305" r:id="rId56"/>
    <p:sldId id="306" r:id="rId57"/>
    <p:sldId id="307" r:id="rId58"/>
    <p:sldId id="362" r:id="rId59"/>
    <p:sldId id="363" r:id="rId60"/>
    <p:sldId id="308" r:id="rId61"/>
    <p:sldId id="309" r:id="rId62"/>
    <p:sldId id="354" r:id="rId63"/>
    <p:sldId id="313" r:id="rId64"/>
    <p:sldId id="346" r:id="rId65"/>
    <p:sldId id="314" r:id="rId66"/>
    <p:sldId id="347" r:id="rId67"/>
    <p:sldId id="356" r:id="rId68"/>
    <p:sldId id="357" r:id="rId69"/>
    <p:sldId id="358" r:id="rId70"/>
    <p:sldId id="359" r:id="rId71"/>
    <p:sldId id="315" r:id="rId72"/>
    <p:sldId id="334" r:id="rId73"/>
    <p:sldId id="257" r:id="rId74"/>
  </p:sldIdLst>
  <p:sldSz cx="10691813" cy="75596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EC159C-A31F-1554-E2AB-3DEFD26EFA40}" name="Jefferson Samson" initials="JS" userId="S::jefferson.samson@zaeemsolutions.com::a97baf7a-3698-41b3-b3e7-17080504714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C27B43-4E36-45CF-AF27-FA1D68548EF5}" v="5" dt="2023-06-22T09:07:05.6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34" autoAdjust="0"/>
    <p:restoredTop sz="94660"/>
  </p:normalViewPr>
  <p:slideViewPr>
    <p:cSldViewPr>
      <p:cViewPr varScale="1">
        <p:scale>
          <a:sx n="71" d="100"/>
          <a:sy n="71" d="100"/>
        </p:scale>
        <p:origin x="1181" y="53"/>
      </p:cViewPr>
      <p:guideLst>
        <p:guide orient="horz" pos="2381"/>
        <p:guide pos="3367"/>
      </p:guideLst>
    </p:cSldViewPr>
  </p:slideViewPr>
  <p:notesTextViewPr>
    <p:cViewPr>
      <p:scale>
        <a:sx n="100" d="100"/>
        <a:sy n="100" d="100"/>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8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yamol" userId="S::liyamol@zaeemsolutions.com::00449080-2010-4906-ac0e-ed2b0f40b706" providerId="AD" clId="Web-{E7C27B43-4E36-45CF-AF27-FA1D68548EF5}"/>
    <pc:docChg chg="modSld">
      <pc:chgData name="Liyamol" userId="S::liyamol@zaeemsolutions.com::00449080-2010-4906-ac0e-ed2b0f40b706" providerId="AD" clId="Web-{E7C27B43-4E36-45CF-AF27-FA1D68548EF5}" dt="2023-06-22T09:07:05.663" v="4"/>
      <pc:docMkLst>
        <pc:docMk/>
      </pc:docMkLst>
      <pc:sldChg chg="delSp">
        <pc:chgData name="Liyamol" userId="S::liyamol@zaeemsolutions.com::00449080-2010-4906-ac0e-ed2b0f40b706" providerId="AD" clId="Web-{E7C27B43-4E36-45CF-AF27-FA1D68548EF5}" dt="2023-06-22T09:05:24.583" v="0"/>
        <pc:sldMkLst>
          <pc:docMk/>
          <pc:sldMk cId="0" sldId="281"/>
        </pc:sldMkLst>
        <pc:spChg chg="del">
          <ac:chgData name="Liyamol" userId="S::liyamol@zaeemsolutions.com::00449080-2010-4906-ac0e-ed2b0f40b706" providerId="AD" clId="Web-{E7C27B43-4E36-45CF-AF27-FA1D68548EF5}" dt="2023-06-22T09:05:24.583" v="0"/>
          <ac:spMkLst>
            <pc:docMk/>
            <pc:sldMk cId="0" sldId="281"/>
            <ac:spMk id="2" creationId="{939B3FB0-892D-F9DD-6AFA-5BF52C802745}"/>
          </ac:spMkLst>
        </pc:spChg>
      </pc:sldChg>
      <pc:sldChg chg="delSp">
        <pc:chgData name="Liyamol" userId="S::liyamol@zaeemsolutions.com::00449080-2010-4906-ac0e-ed2b0f40b706" providerId="AD" clId="Web-{E7C27B43-4E36-45CF-AF27-FA1D68548EF5}" dt="2023-06-22T09:06:09.334" v="1"/>
        <pc:sldMkLst>
          <pc:docMk/>
          <pc:sldMk cId="0" sldId="289"/>
        </pc:sldMkLst>
        <pc:spChg chg="del">
          <ac:chgData name="Liyamol" userId="S::liyamol@zaeemsolutions.com::00449080-2010-4906-ac0e-ed2b0f40b706" providerId="AD" clId="Web-{E7C27B43-4E36-45CF-AF27-FA1D68548EF5}" dt="2023-06-22T09:06:09.334" v="1"/>
          <ac:spMkLst>
            <pc:docMk/>
            <pc:sldMk cId="0" sldId="289"/>
            <ac:spMk id="3" creationId="{64126671-978D-9FBB-1771-68C573124133}"/>
          </ac:spMkLst>
        </pc:spChg>
      </pc:sldChg>
      <pc:sldChg chg="delSp">
        <pc:chgData name="Liyamol" userId="S::liyamol@zaeemsolutions.com::00449080-2010-4906-ac0e-ed2b0f40b706" providerId="AD" clId="Web-{E7C27B43-4E36-45CF-AF27-FA1D68548EF5}" dt="2023-06-22T09:06:26.396" v="2"/>
        <pc:sldMkLst>
          <pc:docMk/>
          <pc:sldMk cId="0" sldId="290"/>
        </pc:sldMkLst>
        <pc:spChg chg="del">
          <ac:chgData name="Liyamol" userId="S::liyamol@zaeemsolutions.com::00449080-2010-4906-ac0e-ed2b0f40b706" providerId="AD" clId="Web-{E7C27B43-4E36-45CF-AF27-FA1D68548EF5}" dt="2023-06-22T09:06:26.396" v="2"/>
          <ac:spMkLst>
            <pc:docMk/>
            <pc:sldMk cId="0" sldId="290"/>
            <ac:spMk id="4" creationId="{B82F17CA-4AEF-F74F-800C-B694C65FE1CC}"/>
          </ac:spMkLst>
        </pc:spChg>
      </pc:sldChg>
      <pc:sldChg chg="delSp">
        <pc:chgData name="Liyamol" userId="S::liyamol@zaeemsolutions.com::00449080-2010-4906-ac0e-ed2b0f40b706" providerId="AD" clId="Web-{E7C27B43-4E36-45CF-AF27-FA1D68548EF5}" dt="2023-06-22T09:06:55.725" v="3"/>
        <pc:sldMkLst>
          <pc:docMk/>
          <pc:sldMk cId="0" sldId="302"/>
        </pc:sldMkLst>
        <pc:spChg chg="del">
          <ac:chgData name="Liyamol" userId="S::liyamol@zaeemsolutions.com::00449080-2010-4906-ac0e-ed2b0f40b706" providerId="AD" clId="Web-{E7C27B43-4E36-45CF-AF27-FA1D68548EF5}" dt="2023-06-22T09:06:55.725" v="3"/>
          <ac:spMkLst>
            <pc:docMk/>
            <pc:sldMk cId="0" sldId="302"/>
            <ac:spMk id="4" creationId="{63491305-D20E-9E91-4E16-502ECA4C7028}"/>
          </ac:spMkLst>
        </pc:spChg>
      </pc:sldChg>
      <pc:sldChg chg="delSp">
        <pc:chgData name="Liyamol" userId="S::liyamol@zaeemsolutions.com::00449080-2010-4906-ac0e-ed2b0f40b706" providerId="AD" clId="Web-{E7C27B43-4E36-45CF-AF27-FA1D68548EF5}" dt="2023-06-22T09:07:05.663" v="4"/>
        <pc:sldMkLst>
          <pc:docMk/>
          <pc:sldMk cId="42210882" sldId="342"/>
        </pc:sldMkLst>
        <pc:spChg chg="del">
          <ac:chgData name="Liyamol" userId="S::liyamol@zaeemsolutions.com::00449080-2010-4906-ac0e-ed2b0f40b706" providerId="AD" clId="Web-{E7C27B43-4E36-45CF-AF27-FA1D68548EF5}" dt="2023-06-22T09:07:05.663" v="4"/>
          <ac:spMkLst>
            <pc:docMk/>
            <pc:sldMk cId="42210882" sldId="342"/>
            <ac:spMk id="3" creationId="{42FA945B-ED14-27CE-EA88-B065D056D135}"/>
          </ac:spMkLst>
        </pc:spChg>
      </pc:sldChg>
    </pc:docChg>
  </pc:docChgLst>
</pc:chgInfo>
</file>

<file path=ppt/comments/modernComment_12E_0.xml><?xml version="1.0" encoding="utf-8"?>
<p188:cmLst xmlns:a="http://schemas.openxmlformats.org/drawingml/2006/main" xmlns:r="http://schemas.openxmlformats.org/officeDocument/2006/relationships" xmlns:p188="http://schemas.microsoft.com/office/powerpoint/2018/8/main">
  <p188:cm id="{77374370-EF76-4D87-AE38-20FC092A93D0}" authorId="{9CEC159C-A31F-1554-E2AB-3DEFD26EFA40}" created="2023-06-22T07:34:33.411">
    <pc:sldMkLst xmlns:pc="http://schemas.microsoft.com/office/powerpoint/2013/main/command">
      <pc:docMk/>
      <pc:sldMk cId="0" sldId="302"/>
    </pc:sldMkLst>
    <p188:txBody>
      <a:bodyPr/>
      <a:lstStyle/>
      <a:p>
        <a:r>
          <a:rPr lang="en-IN"/>
          <a:t>Issues in dents and scratches</a:t>
        </a:r>
      </a:p>
    </p188:txBody>
  </p188:cm>
</p188:cmLst>
</file>

<file path=ppt/comments/modernComment_116_0.xml><?xml version="1.0" encoding="utf-8"?>
<p188:cmLst xmlns:a="http://schemas.openxmlformats.org/drawingml/2006/main" xmlns:r="http://schemas.openxmlformats.org/officeDocument/2006/relationships" xmlns:p188="http://schemas.microsoft.com/office/powerpoint/2018/8/main">
  <p188:cm id="{BB18E297-95F0-436D-BE55-9DC022A44BF2}" authorId="{9CEC159C-A31F-1554-E2AB-3DEFD26EFA40}" created="2023-06-22T07:22:19.630">
    <pc:sldMkLst xmlns:pc="http://schemas.microsoft.com/office/powerpoint/2013/main/command">
      <pc:docMk/>
      <pc:sldMk cId="0" sldId="278"/>
    </pc:sldMkLst>
    <p188:txBody>
      <a:bodyPr/>
      <a:lstStyle/>
      <a:p>
        <a:r>
          <a:rPr lang="en-IN"/>
          <a:t>Some issues needs to solve</a:t>
        </a:r>
      </a:p>
    </p188:txBody>
  </p188:cm>
</p188:cmLst>
</file>

<file path=ppt/comments/modernComment_119_0.xml><?xml version="1.0" encoding="utf-8"?>
<p188:cmLst xmlns:a="http://schemas.openxmlformats.org/drawingml/2006/main" xmlns:r="http://schemas.openxmlformats.org/officeDocument/2006/relationships" xmlns:p188="http://schemas.microsoft.com/office/powerpoint/2018/8/main">
  <p188:cm id="{76BFC46C-8A6F-4AE0-B0A6-8810F7502559}" authorId="{9CEC159C-A31F-1554-E2AB-3DEFD26EFA40}" created="2023-06-22T06:17:58.855">
    <pc:sldMkLst xmlns:pc="http://schemas.microsoft.com/office/powerpoint/2013/main/command">
      <pc:docMk/>
      <pc:sldMk cId="0" sldId="281"/>
    </pc:sldMkLst>
    <p188:txBody>
      <a:bodyPr/>
      <a:lstStyle/>
      <a:p>
        <a:r>
          <a:rPr lang="en-IN"/>
          <a:t>change</a:t>
        </a:r>
      </a:p>
    </p188:txBody>
  </p188:cm>
</p188:cmLst>
</file>

<file path=ppt/comments/modernComment_122_0.xml><?xml version="1.0" encoding="utf-8"?>
<p188:cmLst xmlns:a="http://schemas.openxmlformats.org/drawingml/2006/main" xmlns:r="http://schemas.openxmlformats.org/officeDocument/2006/relationships" xmlns:p188="http://schemas.microsoft.com/office/powerpoint/2018/8/main">
  <p188:cm id="{FC552B20-A1C1-4B2D-A1DC-FFFB7B3FD483}" authorId="{9CEC159C-A31F-1554-E2AB-3DEFD26EFA40}" created="2023-06-22T07:32:38.157">
    <pc:sldMkLst xmlns:pc="http://schemas.microsoft.com/office/powerpoint/2013/main/command">
      <pc:docMk/>
      <pc:sldMk cId="0" sldId="290"/>
    </pc:sldMkLst>
    <p188:txBody>
      <a:bodyPr/>
      <a:lstStyle/>
      <a:p>
        <a:r>
          <a:rPr lang="en-IN"/>
          <a:t>Replace button nees to hide</a:t>
        </a:r>
      </a:p>
    </p188:txBody>
  </p188:cm>
</p188:cmLst>
</file>

<file path=ppt/comments/modernComment_156_2841642.xml><?xml version="1.0" encoding="utf-8"?>
<p188:cmLst xmlns:a="http://schemas.openxmlformats.org/drawingml/2006/main" xmlns:r="http://schemas.openxmlformats.org/officeDocument/2006/relationships" xmlns:p188="http://schemas.microsoft.com/office/powerpoint/2018/8/main">
  <p188:cm id="{D704AC3E-2B7D-44C4-AAAD-7815A2C98925}" authorId="{9CEC159C-A31F-1554-E2AB-3DEFD26EFA40}" created="2023-06-22T07:35:16.646">
    <pc:sldMkLst xmlns:pc="http://schemas.microsoft.com/office/powerpoint/2013/main/command">
      <pc:docMk/>
      <pc:sldMk cId="42210882" sldId="342"/>
    </pc:sldMkLst>
    <p188:txBody>
      <a:bodyPr/>
      <a:lstStyle/>
      <a:p>
        <a:r>
          <a:rPr lang="en-IN"/>
          <a:t>Issues in dent and scratches</a:t>
        </a:r>
      </a:p>
    </p188:txBody>
  </p188:cm>
</p188:cmLst>
</file>

<file path=ppt/comments/modernComment_162_30D28D8B.xml><?xml version="1.0" encoding="utf-8"?>
<p188:cmLst xmlns:a="http://schemas.openxmlformats.org/drawingml/2006/main" xmlns:r="http://schemas.openxmlformats.org/officeDocument/2006/relationships" xmlns:p188="http://schemas.microsoft.com/office/powerpoint/2018/8/main">
  <p188:cm id="{5A990898-D24F-4877-B82B-5F59FCE738B7}" authorId="{9CEC159C-A31F-1554-E2AB-3DEFD26EFA40}" created="2023-06-22T07:36:35.350">
    <pc:sldMkLst xmlns:pc="http://schemas.microsoft.com/office/powerpoint/2013/main/command">
      <pc:docMk/>
      <pc:sldMk cId="819105163" sldId="354"/>
    </pc:sldMkLst>
    <p188:txBody>
      <a:bodyPr/>
      <a:lstStyle/>
      <a:p>
        <a:r>
          <a:rPr lang="en-IN"/>
          <a:t>From this section needs implementation not for testing</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E023DC-0D96-481D-B3FA-F47F8568CD3E}"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00012958-9800-4F25-AB8D-750D93F35E98}">
      <dgm:prSet phldrT="[Text]"/>
      <dgm:spPr/>
      <dgm:t>
        <a:bodyPr/>
        <a:lstStyle/>
        <a:p>
          <a:r>
            <a:rPr lang="en-US" dirty="0"/>
            <a:t>Creates &amp; Send RFQ</a:t>
          </a:r>
        </a:p>
      </dgm:t>
    </dgm:pt>
    <dgm:pt modelId="{5496820E-66A6-457F-B04B-968DB1029940}" type="parTrans" cxnId="{28115027-B4F5-4036-B82E-4D0B745CA4C6}">
      <dgm:prSet/>
      <dgm:spPr/>
      <dgm:t>
        <a:bodyPr/>
        <a:lstStyle/>
        <a:p>
          <a:endParaRPr lang="en-US"/>
        </a:p>
      </dgm:t>
    </dgm:pt>
    <dgm:pt modelId="{C7B9B4C7-F124-44B2-B984-5E17C5CC411B}" type="sibTrans" cxnId="{28115027-B4F5-4036-B82E-4D0B745CA4C6}">
      <dgm:prSet/>
      <dgm:spPr/>
      <dgm:t>
        <a:bodyPr/>
        <a:lstStyle/>
        <a:p>
          <a:endParaRPr lang="en-US"/>
        </a:p>
      </dgm:t>
    </dgm:pt>
    <dgm:pt modelId="{B7005531-BBAF-44C7-947A-FD340B8902F4}">
      <dgm:prSet phldrT="[Text]" custT="1"/>
      <dgm:spPr/>
      <dgm:t>
        <a:bodyPr/>
        <a:lstStyle/>
        <a:p>
          <a:r>
            <a:rPr lang="en-US" sz="1400" dirty="0"/>
            <a:t>Mentions products, quantity required</a:t>
          </a:r>
        </a:p>
      </dgm:t>
    </dgm:pt>
    <dgm:pt modelId="{F5011978-22B8-4003-A8E4-155E2C8149B1}" type="parTrans" cxnId="{01BE4286-0C15-4CAC-9332-0319562789AE}">
      <dgm:prSet/>
      <dgm:spPr/>
      <dgm:t>
        <a:bodyPr/>
        <a:lstStyle/>
        <a:p>
          <a:endParaRPr lang="en-US"/>
        </a:p>
      </dgm:t>
    </dgm:pt>
    <dgm:pt modelId="{8CB8776D-D8F6-457E-BEBB-4B4FFCBCAB9E}" type="sibTrans" cxnId="{01BE4286-0C15-4CAC-9332-0319562789AE}">
      <dgm:prSet/>
      <dgm:spPr/>
      <dgm:t>
        <a:bodyPr/>
        <a:lstStyle/>
        <a:p>
          <a:endParaRPr lang="en-US"/>
        </a:p>
      </dgm:t>
    </dgm:pt>
    <dgm:pt modelId="{11D18C27-1BC9-45F4-A861-323397231BED}">
      <dgm:prSet phldrT="[Text]" custT="1"/>
      <dgm:spPr/>
      <dgm:t>
        <a:bodyPr/>
        <a:lstStyle/>
        <a:p>
          <a:r>
            <a:rPr lang="en-US" sz="1400" dirty="0"/>
            <a:t>Price</a:t>
          </a:r>
        </a:p>
      </dgm:t>
    </dgm:pt>
    <dgm:pt modelId="{49ED95D0-3A3A-4DE0-9EE5-0EB64665B983}" type="parTrans" cxnId="{65ABA72F-7F1D-4591-BB3F-2456A529DA8D}">
      <dgm:prSet/>
      <dgm:spPr/>
      <dgm:t>
        <a:bodyPr/>
        <a:lstStyle/>
        <a:p>
          <a:endParaRPr lang="en-US"/>
        </a:p>
      </dgm:t>
    </dgm:pt>
    <dgm:pt modelId="{FDCC6A5B-D92C-446A-91E8-C74250857107}" type="sibTrans" cxnId="{65ABA72F-7F1D-4591-BB3F-2456A529DA8D}">
      <dgm:prSet/>
      <dgm:spPr/>
      <dgm:t>
        <a:bodyPr/>
        <a:lstStyle/>
        <a:p>
          <a:endParaRPr lang="en-US"/>
        </a:p>
      </dgm:t>
    </dgm:pt>
    <dgm:pt modelId="{7D18D40B-C3DD-404F-A3B1-3E1F8E521C34}">
      <dgm:prSet phldrT="[Text]"/>
      <dgm:spPr/>
      <dgm:t>
        <a:bodyPr/>
        <a:lstStyle/>
        <a:p>
          <a:r>
            <a:rPr lang="en-US" dirty="0"/>
            <a:t>PO Issued</a:t>
          </a:r>
        </a:p>
      </dgm:t>
    </dgm:pt>
    <dgm:pt modelId="{2CC9555A-E8E1-4D21-9A31-927692BF1167}" type="parTrans" cxnId="{C1481400-E511-40DB-B831-AC1062392E78}">
      <dgm:prSet/>
      <dgm:spPr/>
      <dgm:t>
        <a:bodyPr/>
        <a:lstStyle/>
        <a:p>
          <a:endParaRPr lang="en-US"/>
        </a:p>
      </dgm:t>
    </dgm:pt>
    <dgm:pt modelId="{3254343F-ABB1-4F8E-8326-24F9AA10B0B5}" type="sibTrans" cxnId="{C1481400-E511-40DB-B831-AC1062392E78}">
      <dgm:prSet/>
      <dgm:spPr/>
      <dgm:t>
        <a:bodyPr/>
        <a:lstStyle/>
        <a:p>
          <a:endParaRPr lang="en-US"/>
        </a:p>
      </dgm:t>
    </dgm:pt>
    <dgm:pt modelId="{67A818E8-4831-4A65-BD55-ECA54F6DB2E9}">
      <dgm:prSet phldrT="[Text]" custT="1"/>
      <dgm:spPr/>
      <dgm:t>
        <a:bodyPr/>
        <a:lstStyle/>
        <a:p>
          <a:r>
            <a:rPr lang="en-US" sz="1400" dirty="0"/>
            <a:t>Products ,quantity</a:t>
          </a:r>
        </a:p>
      </dgm:t>
    </dgm:pt>
    <dgm:pt modelId="{8D90600B-54A8-42D4-932B-CE6FBB5D8EBC}" type="parTrans" cxnId="{138C71A7-6523-4EC5-8687-FF3ED8D97E04}">
      <dgm:prSet/>
      <dgm:spPr/>
      <dgm:t>
        <a:bodyPr/>
        <a:lstStyle/>
        <a:p>
          <a:endParaRPr lang="en-US"/>
        </a:p>
      </dgm:t>
    </dgm:pt>
    <dgm:pt modelId="{22F5064B-A618-42E7-B25E-F1F498C32BDC}" type="sibTrans" cxnId="{138C71A7-6523-4EC5-8687-FF3ED8D97E04}">
      <dgm:prSet/>
      <dgm:spPr/>
      <dgm:t>
        <a:bodyPr/>
        <a:lstStyle/>
        <a:p>
          <a:endParaRPr lang="en-US"/>
        </a:p>
      </dgm:t>
    </dgm:pt>
    <dgm:pt modelId="{565AB465-E684-4209-9492-D9A71759E01D}">
      <dgm:prSet phldrT="[Text]" custT="1"/>
      <dgm:spPr/>
      <dgm:t>
        <a:bodyPr/>
        <a:lstStyle/>
        <a:p>
          <a:r>
            <a:rPr lang="en-US" sz="1400" dirty="0"/>
            <a:t>Scheduled date</a:t>
          </a:r>
        </a:p>
      </dgm:t>
    </dgm:pt>
    <dgm:pt modelId="{904ED0F1-6DF8-4841-BB5B-4FCC161E6696}" type="parTrans" cxnId="{7C2DB806-6ECF-4352-B6C3-09D2054DBC03}">
      <dgm:prSet/>
      <dgm:spPr/>
      <dgm:t>
        <a:bodyPr/>
        <a:lstStyle/>
        <a:p>
          <a:endParaRPr lang="en-US"/>
        </a:p>
      </dgm:t>
    </dgm:pt>
    <dgm:pt modelId="{ACB737AE-010E-479F-8C6A-95E02A4A32AD}" type="sibTrans" cxnId="{7C2DB806-6ECF-4352-B6C3-09D2054DBC03}">
      <dgm:prSet/>
      <dgm:spPr/>
      <dgm:t>
        <a:bodyPr/>
        <a:lstStyle/>
        <a:p>
          <a:endParaRPr lang="en-US"/>
        </a:p>
      </dgm:t>
    </dgm:pt>
    <dgm:pt modelId="{702633A8-A26F-45F8-810D-513B9CD1F7E5}">
      <dgm:prSet phldrT="[Text]" custT="1"/>
      <dgm:spPr/>
      <dgm:t>
        <a:bodyPr/>
        <a:lstStyle/>
        <a:p>
          <a:r>
            <a:rPr lang="en-US" sz="1400" dirty="0"/>
            <a:t>Terms</a:t>
          </a:r>
        </a:p>
      </dgm:t>
    </dgm:pt>
    <dgm:pt modelId="{07872413-80DF-4A83-B73C-F73E56AB1138}" type="parTrans" cxnId="{C86809E9-E47F-44B5-9D38-5BE27EF8E401}">
      <dgm:prSet/>
      <dgm:spPr/>
      <dgm:t>
        <a:bodyPr/>
        <a:lstStyle/>
        <a:p>
          <a:endParaRPr lang="en-US"/>
        </a:p>
      </dgm:t>
    </dgm:pt>
    <dgm:pt modelId="{78BE7E0E-40F0-4281-BA7C-8EEA72C7A0A7}" type="sibTrans" cxnId="{C86809E9-E47F-44B5-9D38-5BE27EF8E401}">
      <dgm:prSet/>
      <dgm:spPr/>
      <dgm:t>
        <a:bodyPr/>
        <a:lstStyle/>
        <a:p>
          <a:endParaRPr lang="en-US"/>
        </a:p>
      </dgm:t>
    </dgm:pt>
    <dgm:pt modelId="{EB422740-6B96-4E7E-990B-E7947F19E476}">
      <dgm:prSet phldrT="[Text]" custT="1"/>
      <dgm:spPr/>
      <dgm:t>
        <a:bodyPr/>
        <a:lstStyle/>
        <a:p>
          <a:r>
            <a:rPr lang="en-US" sz="1400" dirty="0"/>
            <a:t>All details in RFQ</a:t>
          </a:r>
        </a:p>
      </dgm:t>
    </dgm:pt>
    <dgm:pt modelId="{610F6B8F-4FDB-47EC-A7F0-4362F1C6C85E}" type="parTrans" cxnId="{5D05666D-B887-4AB9-A770-C69B2FE3E12A}">
      <dgm:prSet/>
      <dgm:spPr/>
      <dgm:t>
        <a:bodyPr/>
        <a:lstStyle/>
        <a:p>
          <a:endParaRPr lang="en-US"/>
        </a:p>
      </dgm:t>
    </dgm:pt>
    <dgm:pt modelId="{04579934-30FA-41CB-A235-C260A5EF4BA9}" type="sibTrans" cxnId="{5D05666D-B887-4AB9-A770-C69B2FE3E12A}">
      <dgm:prSet/>
      <dgm:spPr/>
      <dgm:t>
        <a:bodyPr/>
        <a:lstStyle/>
        <a:p>
          <a:endParaRPr lang="en-US"/>
        </a:p>
      </dgm:t>
    </dgm:pt>
    <dgm:pt modelId="{2D2B1F9B-3A5C-4AB5-9E5F-6D3A7909AC3C}">
      <dgm:prSet phldrT="[Text]" custT="1"/>
      <dgm:spPr/>
      <dgm:t>
        <a:bodyPr/>
        <a:lstStyle/>
        <a:p>
          <a:r>
            <a:rPr lang="en-US" sz="1800" dirty="0"/>
            <a:t>Supplier provides quote</a:t>
          </a:r>
        </a:p>
      </dgm:t>
    </dgm:pt>
    <dgm:pt modelId="{77891F5F-9BBA-4270-BDDF-604AAB3B33E6}" type="sibTrans" cxnId="{4061E411-8D7D-4AE5-B62D-FA82339E2CC5}">
      <dgm:prSet/>
      <dgm:spPr/>
      <dgm:t>
        <a:bodyPr/>
        <a:lstStyle/>
        <a:p>
          <a:endParaRPr lang="en-US"/>
        </a:p>
      </dgm:t>
    </dgm:pt>
    <dgm:pt modelId="{C374EB87-B604-4807-A2AF-4DD8D3978124}" type="parTrans" cxnId="{4061E411-8D7D-4AE5-B62D-FA82339E2CC5}">
      <dgm:prSet/>
      <dgm:spPr/>
      <dgm:t>
        <a:bodyPr/>
        <a:lstStyle/>
        <a:p>
          <a:endParaRPr lang="en-US"/>
        </a:p>
      </dgm:t>
    </dgm:pt>
    <dgm:pt modelId="{351D6AF1-4AA8-40DD-BFA1-538B5E8848B9}" type="pres">
      <dgm:prSet presAssocID="{15E023DC-0D96-481D-B3FA-F47F8568CD3E}" presName="Name0" presStyleCnt="0">
        <dgm:presLayoutVars>
          <dgm:dir/>
          <dgm:animLvl val="lvl"/>
          <dgm:resizeHandles val="exact"/>
        </dgm:presLayoutVars>
      </dgm:prSet>
      <dgm:spPr/>
    </dgm:pt>
    <dgm:pt modelId="{1C6FC0D1-BED1-48C2-8A16-60877A9B235D}" type="pres">
      <dgm:prSet presAssocID="{15E023DC-0D96-481D-B3FA-F47F8568CD3E}" presName="tSp" presStyleCnt="0"/>
      <dgm:spPr/>
    </dgm:pt>
    <dgm:pt modelId="{4BCC0C26-0C24-4912-A5C4-3D017DD6E099}" type="pres">
      <dgm:prSet presAssocID="{15E023DC-0D96-481D-B3FA-F47F8568CD3E}" presName="bSp" presStyleCnt="0"/>
      <dgm:spPr/>
    </dgm:pt>
    <dgm:pt modelId="{CFA1ED7E-2C9B-4B1F-80E9-A200A762B1F3}" type="pres">
      <dgm:prSet presAssocID="{15E023DC-0D96-481D-B3FA-F47F8568CD3E}" presName="process" presStyleCnt="0"/>
      <dgm:spPr/>
    </dgm:pt>
    <dgm:pt modelId="{5BFCF0AA-B783-445D-A5C9-96556E62A3AD}" type="pres">
      <dgm:prSet presAssocID="{00012958-9800-4F25-AB8D-750D93F35E98}" presName="composite1" presStyleCnt="0"/>
      <dgm:spPr/>
    </dgm:pt>
    <dgm:pt modelId="{ECCCCE95-7CD5-48CA-8194-9E355A62D2EA}" type="pres">
      <dgm:prSet presAssocID="{00012958-9800-4F25-AB8D-750D93F35E98}" presName="dummyNode1" presStyleLbl="node1" presStyleIdx="0" presStyleCnt="3"/>
      <dgm:spPr/>
    </dgm:pt>
    <dgm:pt modelId="{413CBC41-AB7E-4369-94B2-3A528DF121DF}" type="pres">
      <dgm:prSet presAssocID="{00012958-9800-4F25-AB8D-750D93F35E98}" presName="childNode1" presStyleLbl="bgAcc1" presStyleIdx="0" presStyleCnt="3">
        <dgm:presLayoutVars>
          <dgm:bulletEnabled val="1"/>
        </dgm:presLayoutVars>
      </dgm:prSet>
      <dgm:spPr/>
    </dgm:pt>
    <dgm:pt modelId="{0B212139-FDED-48A8-9600-6D9CD29983A2}" type="pres">
      <dgm:prSet presAssocID="{00012958-9800-4F25-AB8D-750D93F35E98}" presName="childNode1tx" presStyleLbl="bgAcc1" presStyleIdx="0" presStyleCnt="3">
        <dgm:presLayoutVars>
          <dgm:bulletEnabled val="1"/>
        </dgm:presLayoutVars>
      </dgm:prSet>
      <dgm:spPr/>
    </dgm:pt>
    <dgm:pt modelId="{4E809815-D8D6-4C90-AC5A-AF0A68B81DB6}" type="pres">
      <dgm:prSet presAssocID="{00012958-9800-4F25-AB8D-750D93F35E98}" presName="parentNode1" presStyleLbl="node1" presStyleIdx="0" presStyleCnt="3">
        <dgm:presLayoutVars>
          <dgm:chMax val="1"/>
          <dgm:bulletEnabled val="1"/>
        </dgm:presLayoutVars>
      </dgm:prSet>
      <dgm:spPr/>
    </dgm:pt>
    <dgm:pt modelId="{CEE3BD37-69D6-434D-A163-18B96751CB28}" type="pres">
      <dgm:prSet presAssocID="{00012958-9800-4F25-AB8D-750D93F35E98}" presName="connSite1" presStyleCnt="0"/>
      <dgm:spPr/>
    </dgm:pt>
    <dgm:pt modelId="{37913FF1-16A2-4EEB-846E-628DDA85AE12}" type="pres">
      <dgm:prSet presAssocID="{C7B9B4C7-F124-44B2-B984-5E17C5CC411B}" presName="Name9" presStyleLbl="sibTrans2D1" presStyleIdx="0" presStyleCnt="2"/>
      <dgm:spPr/>
    </dgm:pt>
    <dgm:pt modelId="{87B781D4-06A0-472C-9D35-A96C827A71C6}" type="pres">
      <dgm:prSet presAssocID="{2D2B1F9B-3A5C-4AB5-9E5F-6D3A7909AC3C}" presName="composite2" presStyleCnt="0"/>
      <dgm:spPr/>
    </dgm:pt>
    <dgm:pt modelId="{15E5B3D6-6062-432B-92AA-4CAC11693356}" type="pres">
      <dgm:prSet presAssocID="{2D2B1F9B-3A5C-4AB5-9E5F-6D3A7909AC3C}" presName="dummyNode2" presStyleLbl="node1" presStyleIdx="0" presStyleCnt="3"/>
      <dgm:spPr/>
    </dgm:pt>
    <dgm:pt modelId="{61278F93-7223-41F4-A1C0-93DD888945BC}" type="pres">
      <dgm:prSet presAssocID="{2D2B1F9B-3A5C-4AB5-9E5F-6D3A7909AC3C}" presName="childNode2" presStyleLbl="bgAcc1" presStyleIdx="1" presStyleCnt="3">
        <dgm:presLayoutVars>
          <dgm:bulletEnabled val="1"/>
        </dgm:presLayoutVars>
      </dgm:prSet>
      <dgm:spPr/>
    </dgm:pt>
    <dgm:pt modelId="{17672162-D899-4FFD-868B-38909CB7311B}" type="pres">
      <dgm:prSet presAssocID="{2D2B1F9B-3A5C-4AB5-9E5F-6D3A7909AC3C}" presName="childNode2tx" presStyleLbl="bgAcc1" presStyleIdx="1" presStyleCnt="3">
        <dgm:presLayoutVars>
          <dgm:bulletEnabled val="1"/>
        </dgm:presLayoutVars>
      </dgm:prSet>
      <dgm:spPr/>
    </dgm:pt>
    <dgm:pt modelId="{9E39076B-65B7-4579-9D4B-D1AFE299DA44}" type="pres">
      <dgm:prSet presAssocID="{2D2B1F9B-3A5C-4AB5-9E5F-6D3A7909AC3C}" presName="parentNode2" presStyleLbl="node1" presStyleIdx="1" presStyleCnt="3" custLinFactY="5415" custLinFactNeighborX="-18525" custLinFactNeighborY="100000">
        <dgm:presLayoutVars>
          <dgm:chMax val="0"/>
          <dgm:bulletEnabled val="1"/>
        </dgm:presLayoutVars>
      </dgm:prSet>
      <dgm:spPr/>
    </dgm:pt>
    <dgm:pt modelId="{67EC2829-2262-44B0-BAAE-2FEBABFE1DEA}" type="pres">
      <dgm:prSet presAssocID="{2D2B1F9B-3A5C-4AB5-9E5F-6D3A7909AC3C}" presName="connSite2" presStyleCnt="0"/>
      <dgm:spPr/>
    </dgm:pt>
    <dgm:pt modelId="{6B7EFB53-0F6B-4BC5-B6AA-ABC8B3656976}" type="pres">
      <dgm:prSet presAssocID="{77891F5F-9BBA-4270-BDDF-604AAB3B33E6}" presName="Name18" presStyleLbl="sibTrans2D1" presStyleIdx="1" presStyleCnt="2" custAng="1061351"/>
      <dgm:spPr/>
    </dgm:pt>
    <dgm:pt modelId="{4459CEBD-DB11-432C-977F-52CC6CB8B616}" type="pres">
      <dgm:prSet presAssocID="{7D18D40B-C3DD-404F-A3B1-3E1F8E521C34}" presName="composite1" presStyleCnt="0"/>
      <dgm:spPr/>
    </dgm:pt>
    <dgm:pt modelId="{24FD1077-F3E8-459C-80CE-9FD4ABC936B1}" type="pres">
      <dgm:prSet presAssocID="{7D18D40B-C3DD-404F-A3B1-3E1F8E521C34}" presName="dummyNode1" presStyleLbl="node1" presStyleIdx="1" presStyleCnt="3"/>
      <dgm:spPr/>
    </dgm:pt>
    <dgm:pt modelId="{A939D058-D611-403B-B70A-EFD3FE44FE85}" type="pres">
      <dgm:prSet presAssocID="{7D18D40B-C3DD-404F-A3B1-3E1F8E521C34}" presName="childNode1" presStyleLbl="bgAcc1" presStyleIdx="2" presStyleCnt="3">
        <dgm:presLayoutVars>
          <dgm:bulletEnabled val="1"/>
        </dgm:presLayoutVars>
      </dgm:prSet>
      <dgm:spPr/>
    </dgm:pt>
    <dgm:pt modelId="{B114363A-AD45-4E58-9945-BAC8796E1EE1}" type="pres">
      <dgm:prSet presAssocID="{7D18D40B-C3DD-404F-A3B1-3E1F8E521C34}" presName="childNode1tx" presStyleLbl="bgAcc1" presStyleIdx="2" presStyleCnt="3">
        <dgm:presLayoutVars>
          <dgm:bulletEnabled val="1"/>
        </dgm:presLayoutVars>
      </dgm:prSet>
      <dgm:spPr/>
    </dgm:pt>
    <dgm:pt modelId="{E359FCCC-451B-49A1-8E0B-A3714BA69D6C}" type="pres">
      <dgm:prSet presAssocID="{7D18D40B-C3DD-404F-A3B1-3E1F8E521C34}" presName="parentNode1" presStyleLbl="node1" presStyleIdx="2" presStyleCnt="3">
        <dgm:presLayoutVars>
          <dgm:chMax val="1"/>
          <dgm:bulletEnabled val="1"/>
        </dgm:presLayoutVars>
      </dgm:prSet>
      <dgm:spPr/>
    </dgm:pt>
    <dgm:pt modelId="{E3BF2A9A-0DE6-4347-992B-D4DB954AF465}" type="pres">
      <dgm:prSet presAssocID="{7D18D40B-C3DD-404F-A3B1-3E1F8E521C34}" presName="connSite1" presStyleCnt="0"/>
      <dgm:spPr/>
    </dgm:pt>
  </dgm:ptLst>
  <dgm:cxnLst>
    <dgm:cxn modelId="{C1481400-E511-40DB-B831-AC1062392E78}" srcId="{15E023DC-0D96-481D-B3FA-F47F8568CD3E}" destId="{7D18D40B-C3DD-404F-A3B1-3E1F8E521C34}" srcOrd="2" destOrd="0" parTransId="{2CC9555A-E8E1-4D21-9A31-927692BF1167}" sibTransId="{3254343F-ABB1-4F8E-8326-24F9AA10B0B5}"/>
    <dgm:cxn modelId="{1BB61406-11BD-40A1-851C-587006334E92}" type="presOf" srcId="{B7005531-BBAF-44C7-947A-FD340B8902F4}" destId="{0B212139-FDED-48A8-9600-6D9CD29983A2}" srcOrd="1" destOrd="0" presId="urn:microsoft.com/office/officeart/2005/8/layout/hProcess4"/>
    <dgm:cxn modelId="{7C2DB806-6ECF-4352-B6C3-09D2054DBC03}" srcId="{7D18D40B-C3DD-404F-A3B1-3E1F8E521C34}" destId="{565AB465-E684-4209-9492-D9A71759E01D}" srcOrd="1" destOrd="0" parTransId="{904ED0F1-6DF8-4841-BB5B-4FCC161E6696}" sibTransId="{ACB737AE-010E-479F-8C6A-95E02A4A32AD}"/>
    <dgm:cxn modelId="{79E8E10C-D1B5-4B1C-87D5-4F38230FFDA9}" type="presOf" srcId="{67A818E8-4831-4A65-BD55-ECA54F6DB2E9}" destId="{A939D058-D611-403B-B70A-EFD3FE44FE85}" srcOrd="0" destOrd="0" presId="urn:microsoft.com/office/officeart/2005/8/layout/hProcess4"/>
    <dgm:cxn modelId="{2A468D10-6452-4AF1-97AD-8B821CB46E92}" type="presOf" srcId="{702633A8-A26F-45F8-810D-513B9CD1F7E5}" destId="{A939D058-D611-403B-B70A-EFD3FE44FE85}" srcOrd="0" destOrd="2" presId="urn:microsoft.com/office/officeart/2005/8/layout/hProcess4"/>
    <dgm:cxn modelId="{F6E65311-3322-48B2-9A1A-EF2D40DA4CFE}" type="presOf" srcId="{565AB465-E684-4209-9492-D9A71759E01D}" destId="{A939D058-D611-403B-B70A-EFD3FE44FE85}" srcOrd="0" destOrd="1" presId="urn:microsoft.com/office/officeart/2005/8/layout/hProcess4"/>
    <dgm:cxn modelId="{4061E411-8D7D-4AE5-B62D-FA82339E2CC5}" srcId="{15E023DC-0D96-481D-B3FA-F47F8568CD3E}" destId="{2D2B1F9B-3A5C-4AB5-9E5F-6D3A7909AC3C}" srcOrd="1" destOrd="0" parTransId="{C374EB87-B604-4807-A2AF-4DD8D3978124}" sibTransId="{77891F5F-9BBA-4270-BDDF-604AAB3B33E6}"/>
    <dgm:cxn modelId="{41FF0022-A3AB-44FA-9415-989510405F1D}" type="presOf" srcId="{702633A8-A26F-45F8-810D-513B9CD1F7E5}" destId="{B114363A-AD45-4E58-9945-BAC8796E1EE1}" srcOrd="1" destOrd="2" presId="urn:microsoft.com/office/officeart/2005/8/layout/hProcess4"/>
    <dgm:cxn modelId="{28115027-B4F5-4036-B82E-4D0B745CA4C6}" srcId="{15E023DC-0D96-481D-B3FA-F47F8568CD3E}" destId="{00012958-9800-4F25-AB8D-750D93F35E98}" srcOrd="0" destOrd="0" parTransId="{5496820E-66A6-457F-B04B-968DB1029940}" sibTransId="{C7B9B4C7-F124-44B2-B984-5E17C5CC411B}"/>
    <dgm:cxn modelId="{65ABA72F-7F1D-4591-BB3F-2456A529DA8D}" srcId="{00012958-9800-4F25-AB8D-750D93F35E98}" destId="{11D18C27-1BC9-45F4-A861-323397231BED}" srcOrd="1" destOrd="0" parTransId="{49ED95D0-3A3A-4DE0-9EE5-0EB64665B983}" sibTransId="{FDCC6A5B-D92C-446A-91E8-C74250857107}"/>
    <dgm:cxn modelId="{70B2E333-35B3-443A-958F-BBA5765A16EB}" type="presOf" srcId="{00012958-9800-4F25-AB8D-750D93F35E98}" destId="{4E809815-D8D6-4C90-AC5A-AF0A68B81DB6}" srcOrd="0" destOrd="0" presId="urn:microsoft.com/office/officeart/2005/8/layout/hProcess4"/>
    <dgm:cxn modelId="{92861D3E-175D-47AA-B11E-52B814BF2483}" type="presOf" srcId="{11D18C27-1BC9-45F4-A861-323397231BED}" destId="{413CBC41-AB7E-4369-94B2-3A528DF121DF}" srcOrd="0" destOrd="1" presId="urn:microsoft.com/office/officeart/2005/8/layout/hProcess4"/>
    <dgm:cxn modelId="{4808F660-FBF3-44DB-A5AC-9709773A0BD9}" type="presOf" srcId="{EB422740-6B96-4E7E-990B-E7947F19E476}" destId="{413CBC41-AB7E-4369-94B2-3A528DF121DF}" srcOrd="0" destOrd="2" presId="urn:microsoft.com/office/officeart/2005/8/layout/hProcess4"/>
    <dgm:cxn modelId="{5D05666D-B887-4AB9-A770-C69B2FE3E12A}" srcId="{00012958-9800-4F25-AB8D-750D93F35E98}" destId="{EB422740-6B96-4E7E-990B-E7947F19E476}" srcOrd="2" destOrd="0" parTransId="{610F6B8F-4FDB-47EC-A7F0-4362F1C6C85E}" sibTransId="{04579934-30FA-41CB-A235-C260A5EF4BA9}"/>
    <dgm:cxn modelId="{E003FE75-7247-426D-80E1-A212CE91EF0A}" type="presOf" srcId="{B7005531-BBAF-44C7-947A-FD340B8902F4}" destId="{413CBC41-AB7E-4369-94B2-3A528DF121DF}" srcOrd="0" destOrd="0" presId="urn:microsoft.com/office/officeart/2005/8/layout/hProcess4"/>
    <dgm:cxn modelId="{23CFE676-C60C-4185-A871-93910CBB3A9F}" type="presOf" srcId="{C7B9B4C7-F124-44B2-B984-5E17C5CC411B}" destId="{37913FF1-16A2-4EEB-846E-628DDA85AE12}" srcOrd="0" destOrd="0" presId="urn:microsoft.com/office/officeart/2005/8/layout/hProcess4"/>
    <dgm:cxn modelId="{E580A977-0871-41D6-8331-63D9DEC84EDF}" type="presOf" srcId="{565AB465-E684-4209-9492-D9A71759E01D}" destId="{B114363A-AD45-4E58-9945-BAC8796E1EE1}" srcOrd="1" destOrd="1" presId="urn:microsoft.com/office/officeart/2005/8/layout/hProcess4"/>
    <dgm:cxn modelId="{01BE4286-0C15-4CAC-9332-0319562789AE}" srcId="{00012958-9800-4F25-AB8D-750D93F35E98}" destId="{B7005531-BBAF-44C7-947A-FD340B8902F4}" srcOrd="0" destOrd="0" parTransId="{F5011978-22B8-4003-A8E4-155E2C8149B1}" sibTransId="{8CB8776D-D8F6-457E-BEBB-4B4FFCBCAB9E}"/>
    <dgm:cxn modelId="{EE443990-5583-4B99-82A0-737B24F4C38A}" type="presOf" srcId="{7D18D40B-C3DD-404F-A3B1-3E1F8E521C34}" destId="{E359FCCC-451B-49A1-8E0B-A3714BA69D6C}" srcOrd="0" destOrd="0" presId="urn:microsoft.com/office/officeart/2005/8/layout/hProcess4"/>
    <dgm:cxn modelId="{0B0AC097-1657-4292-AB44-7AEDB8F7D4D8}" type="presOf" srcId="{11D18C27-1BC9-45F4-A861-323397231BED}" destId="{0B212139-FDED-48A8-9600-6D9CD29983A2}" srcOrd="1" destOrd="1" presId="urn:microsoft.com/office/officeart/2005/8/layout/hProcess4"/>
    <dgm:cxn modelId="{174676A0-EC85-4238-8DCA-9E9280259730}" type="presOf" srcId="{15E023DC-0D96-481D-B3FA-F47F8568CD3E}" destId="{351D6AF1-4AA8-40DD-BFA1-538B5E8848B9}" srcOrd="0" destOrd="0" presId="urn:microsoft.com/office/officeart/2005/8/layout/hProcess4"/>
    <dgm:cxn modelId="{138C71A7-6523-4EC5-8687-FF3ED8D97E04}" srcId="{7D18D40B-C3DD-404F-A3B1-3E1F8E521C34}" destId="{67A818E8-4831-4A65-BD55-ECA54F6DB2E9}" srcOrd="0" destOrd="0" parTransId="{8D90600B-54A8-42D4-932B-CE6FBB5D8EBC}" sibTransId="{22F5064B-A618-42E7-B25E-F1F498C32BDC}"/>
    <dgm:cxn modelId="{806B6EBF-2213-4231-899D-BEA395A679BD}" type="presOf" srcId="{67A818E8-4831-4A65-BD55-ECA54F6DB2E9}" destId="{B114363A-AD45-4E58-9945-BAC8796E1EE1}" srcOrd="1" destOrd="0" presId="urn:microsoft.com/office/officeart/2005/8/layout/hProcess4"/>
    <dgm:cxn modelId="{300857E4-F65F-4D94-8D0E-46052C629F14}" type="presOf" srcId="{EB422740-6B96-4E7E-990B-E7947F19E476}" destId="{0B212139-FDED-48A8-9600-6D9CD29983A2}" srcOrd="1" destOrd="2" presId="urn:microsoft.com/office/officeart/2005/8/layout/hProcess4"/>
    <dgm:cxn modelId="{C86809E9-E47F-44B5-9D38-5BE27EF8E401}" srcId="{7D18D40B-C3DD-404F-A3B1-3E1F8E521C34}" destId="{702633A8-A26F-45F8-810D-513B9CD1F7E5}" srcOrd="2" destOrd="0" parTransId="{07872413-80DF-4A83-B73C-F73E56AB1138}" sibTransId="{78BE7E0E-40F0-4281-BA7C-8EEA72C7A0A7}"/>
    <dgm:cxn modelId="{33FD85EC-6850-474C-9329-1D82D012C5D1}" type="presOf" srcId="{77891F5F-9BBA-4270-BDDF-604AAB3B33E6}" destId="{6B7EFB53-0F6B-4BC5-B6AA-ABC8B3656976}" srcOrd="0" destOrd="0" presId="urn:microsoft.com/office/officeart/2005/8/layout/hProcess4"/>
    <dgm:cxn modelId="{397527F1-41E9-493B-A89D-607BA3E900AA}" type="presOf" srcId="{2D2B1F9B-3A5C-4AB5-9E5F-6D3A7909AC3C}" destId="{9E39076B-65B7-4579-9D4B-D1AFE299DA44}" srcOrd="0" destOrd="0" presId="urn:microsoft.com/office/officeart/2005/8/layout/hProcess4"/>
    <dgm:cxn modelId="{697B0A71-14AF-4EB1-828B-F26A452A5F4F}" type="presParOf" srcId="{351D6AF1-4AA8-40DD-BFA1-538B5E8848B9}" destId="{1C6FC0D1-BED1-48C2-8A16-60877A9B235D}" srcOrd="0" destOrd="0" presId="urn:microsoft.com/office/officeart/2005/8/layout/hProcess4"/>
    <dgm:cxn modelId="{77898E85-5191-4AF5-B522-43265C585C9A}" type="presParOf" srcId="{351D6AF1-4AA8-40DD-BFA1-538B5E8848B9}" destId="{4BCC0C26-0C24-4912-A5C4-3D017DD6E099}" srcOrd="1" destOrd="0" presId="urn:microsoft.com/office/officeart/2005/8/layout/hProcess4"/>
    <dgm:cxn modelId="{ADF5E15F-DFC6-4631-AC8B-F014EB548DA0}" type="presParOf" srcId="{351D6AF1-4AA8-40DD-BFA1-538B5E8848B9}" destId="{CFA1ED7E-2C9B-4B1F-80E9-A200A762B1F3}" srcOrd="2" destOrd="0" presId="urn:microsoft.com/office/officeart/2005/8/layout/hProcess4"/>
    <dgm:cxn modelId="{138F12AC-6E88-4CA7-8745-DE2781E5BB10}" type="presParOf" srcId="{CFA1ED7E-2C9B-4B1F-80E9-A200A762B1F3}" destId="{5BFCF0AA-B783-445D-A5C9-96556E62A3AD}" srcOrd="0" destOrd="0" presId="urn:microsoft.com/office/officeart/2005/8/layout/hProcess4"/>
    <dgm:cxn modelId="{3A51665B-98E4-43B7-ACDA-5B5D72D98DDB}" type="presParOf" srcId="{5BFCF0AA-B783-445D-A5C9-96556E62A3AD}" destId="{ECCCCE95-7CD5-48CA-8194-9E355A62D2EA}" srcOrd="0" destOrd="0" presId="urn:microsoft.com/office/officeart/2005/8/layout/hProcess4"/>
    <dgm:cxn modelId="{94C6BB96-AAC3-48A1-9E83-CEF327406537}" type="presParOf" srcId="{5BFCF0AA-B783-445D-A5C9-96556E62A3AD}" destId="{413CBC41-AB7E-4369-94B2-3A528DF121DF}" srcOrd="1" destOrd="0" presId="urn:microsoft.com/office/officeart/2005/8/layout/hProcess4"/>
    <dgm:cxn modelId="{D5D58F3D-B1C6-4C3E-95B1-21363058A150}" type="presParOf" srcId="{5BFCF0AA-B783-445D-A5C9-96556E62A3AD}" destId="{0B212139-FDED-48A8-9600-6D9CD29983A2}" srcOrd="2" destOrd="0" presId="urn:microsoft.com/office/officeart/2005/8/layout/hProcess4"/>
    <dgm:cxn modelId="{3B54227A-AFA1-42C8-A841-7E45AD718CEE}" type="presParOf" srcId="{5BFCF0AA-B783-445D-A5C9-96556E62A3AD}" destId="{4E809815-D8D6-4C90-AC5A-AF0A68B81DB6}" srcOrd="3" destOrd="0" presId="urn:microsoft.com/office/officeart/2005/8/layout/hProcess4"/>
    <dgm:cxn modelId="{9D66984C-F820-4E28-A7FE-DAE7C1D4F5E7}" type="presParOf" srcId="{5BFCF0AA-B783-445D-A5C9-96556E62A3AD}" destId="{CEE3BD37-69D6-434D-A163-18B96751CB28}" srcOrd="4" destOrd="0" presId="urn:microsoft.com/office/officeart/2005/8/layout/hProcess4"/>
    <dgm:cxn modelId="{5D9D3FCA-CCE2-44B8-9A49-73C4ADD9F045}" type="presParOf" srcId="{CFA1ED7E-2C9B-4B1F-80E9-A200A762B1F3}" destId="{37913FF1-16A2-4EEB-846E-628DDA85AE12}" srcOrd="1" destOrd="0" presId="urn:microsoft.com/office/officeart/2005/8/layout/hProcess4"/>
    <dgm:cxn modelId="{7BDD0A58-488E-432D-9F0F-01634D9B3B7F}" type="presParOf" srcId="{CFA1ED7E-2C9B-4B1F-80E9-A200A762B1F3}" destId="{87B781D4-06A0-472C-9D35-A96C827A71C6}" srcOrd="2" destOrd="0" presId="urn:microsoft.com/office/officeart/2005/8/layout/hProcess4"/>
    <dgm:cxn modelId="{4B7E5F04-DFBA-46AA-894C-9037177229E1}" type="presParOf" srcId="{87B781D4-06A0-472C-9D35-A96C827A71C6}" destId="{15E5B3D6-6062-432B-92AA-4CAC11693356}" srcOrd="0" destOrd="0" presId="urn:microsoft.com/office/officeart/2005/8/layout/hProcess4"/>
    <dgm:cxn modelId="{D9DBC0DE-28DA-4A76-A03D-428E32325C1B}" type="presParOf" srcId="{87B781D4-06A0-472C-9D35-A96C827A71C6}" destId="{61278F93-7223-41F4-A1C0-93DD888945BC}" srcOrd="1" destOrd="0" presId="urn:microsoft.com/office/officeart/2005/8/layout/hProcess4"/>
    <dgm:cxn modelId="{C6228DA3-9E4F-4F81-A148-B600F8AFE374}" type="presParOf" srcId="{87B781D4-06A0-472C-9D35-A96C827A71C6}" destId="{17672162-D899-4FFD-868B-38909CB7311B}" srcOrd="2" destOrd="0" presId="urn:microsoft.com/office/officeart/2005/8/layout/hProcess4"/>
    <dgm:cxn modelId="{9FFE97B2-4C2C-43A2-95B5-4B8AD582E383}" type="presParOf" srcId="{87B781D4-06A0-472C-9D35-A96C827A71C6}" destId="{9E39076B-65B7-4579-9D4B-D1AFE299DA44}" srcOrd="3" destOrd="0" presId="urn:microsoft.com/office/officeart/2005/8/layout/hProcess4"/>
    <dgm:cxn modelId="{06A36E90-6611-4C2E-A1BB-E7C6F1070CDA}" type="presParOf" srcId="{87B781D4-06A0-472C-9D35-A96C827A71C6}" destId="{67EC2829-2262-44B0-BAAE-2FEBABFE1DEA}" srcOrd="4" destOrd="0" presId="urn:microsoft.com/office/officeart/2005/8/layout/hProcess4"/>
    <dgm:cxn modelId="{6130091F-D2F4-42B5-9E67-EEE256ACF63D}" type="presParOf" srcId="{CFA1ED7E-2C9B-4B1F-80E9-A200A762B1F3}" destId="{6B7EFB53-0F6B-4BC5-B6AA-ABC8B3656976}" srcOrd="3" destOrd="0" presId="urn:microsoft.com/office/officeart/2005/8/layout/hProcess4"/>
    <dgm:cxn modelId="{FF7CA244-419C-4868-A915-C1561E876DE0}" type="presParOf" srcId="{CFA1ED7E-2C9B-4B1F-80E9-A200A762B1F3}" destId="{4459CEBD-DB11-432C-977F-52CC6CB8B616}" srcOrd="4" destOrd="0" presId="urn:microsoft.com/office/officeart/2005/8/layout/hProcess4"/>
    <dgm:cxn modelId="{C30A1D56-684E-4A9C-A0A9-3A75096651E4}" type="presParOf" srcId="{4459CEBD-DB11-432C-977F-52CC6CB8B616}" destId="{24FD1077-F3E8-459C-80CE-9FD4ABC936B1}" srcOrd="0" destOrd="0" presId="urn:microsoft.com/office/officeart/2005/8/layout/hProcess4"/>
    <dgm:cxn modelId="{5490CF50-80E0-44F3-ADA6-8751B7A0C099}" type="presParOf" srcId="{4459CEBD-DB11-432C-977F-52CC6CB8B616}" destId="{A939D058-D611-403B-B70A-EFD3FE44FE85}" srcOrd="1" destOrd="0" presId="urn:microsoft.com/office/officeart/2005/8/layout/hProcess4"/>
    <dgm:cxn modelId="{5ACE4949-C313-4F73-AF48-CC85F4934425}" type="presParOf" srcId="{4459CEBD-DB11-432C-977F-52CC6CB8B616}" destId="{B114363A-AD45-4E58-9945-BAC8796E1EE1}" srcOrd="2" destOrd="0" presId="urn:microsoft.com/office/officeart/2005/8/layout/hProcess4"/>
    <dgm:cxn modelId="{15BD9E83-A3FE-4B9B-A115-A4B295096062}" type="presParOf" srcId="{4459CEBD-DB11-432C-977F-52CC6CB8B616}" destId="{E359FCCC-451B-49A1-8E0B-A3714BA69D6C}" srcOrd="3" destOrd="0" presId="urn:microsoft.com/office/officeart/2005/8/layout/hProcess4"/>
    <dgm:cxn modelId="{52A62EF3-F5FE-486F-820E-CDD1836784D4}" type="presParOf" srcId="{4459CEBD-DB11-432C-977F-52CC6CB8B616}" destId="{E3BF2A9A-0DE6-4347-992B-D4DB954AF465}"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B70D31-5CF4-4366-8901-436F74DE859F}" type="doc">
      <dgm:prSet loTypeId="urn:microsoft.com/office/officeart/2005/8/layout/vProcess5" loCatId="process" qsTypeId="urn:microsoft.com/office/officeart/2005/8/quickstyle/3d4" qsCatId="3D" csTypeId="urn:microsoft.com/office/officeart/2005/8/colors/accent1_2" csCatId="accent1" phldr="1"/>
      <dgm:spPr/>
    </dgm:pt>
    <dgm:pt modelId="{8A874E7E-AB2C-4FE4-B237-CA35BF11C2CD}">
      <dgm:prSet phldrT="[Text]"/>
      <dgm:spPr/>
      <dgm:t>
        <a:bodyPr/>
        <a:lstStyle/>
        <a:p>
          <a:r>
            <a:rPr lang="en-US" dirty="0"/>
            <a:t>Receive Goods</a:t>
          </a:r>
        </a:p>
      </dgm:t>
    </dgm:pt>
    <dgm:pt modelId="{F462D89F-7481-4EA1-9628-47C192F379D7}" type="parTrans" cxnId="{DCCE89DD-CFFD-4112-A015-FDD1CB8AE072}">
      <dgm:prSet/>
      <dgm:spPr/>
      <dgm:t>
        <a:bodyPr/>
        <a:lstStyle/>
        <a:p>
          <a:endParaRPr lang="en-US"/>
        </a:p>
      </dgm:t>
    </dgm:pt>
    <dgm:pt modelId="{9F214162-2C49-4ECB-8B75-CABE6D2440E5}" type="sibTrans" cxnId="{DCCE89DD-CFFD-4112-A015-FDD1CB8AE072}">
      <dgm:prSet/>
      <dgm:spPr/>
      <dgm:t>
        <a:bodyPr/>
        <a:lstStyle/>
        <a:p>
          <a:endParaRPr lang="en-US"/>
        </a:p>
      </dgm:t>
    </dgm:pt>
    <dgm:pt modelId="{B99C9F96-E305-4923-A786-E9D9812BEF0C}">
      <dgm:prSet phldrT="[Text]"/>
      <dgm:spPr/>
      <dgm:t>
        <a:bodyPr/>
        <a:lstStyle/>
        <a:p>
          <a:r>
            <a:rPr lang="en-US" dirty="0"/>
            <a:t>Vendor bill generation</a:t>
          </a:r>
        </a:p>
      </dgm:t>
    </dgm:pt>
    <dgm:pt modelId="{F2715E72-1726-4E9B-9E13-A8C0C384A58F}" type="parTrans" cxnId="{C11C26D0-5A23-40F4-89BC-AEF0EE56B5D4}">
      <dgm:prSet/>
      <dgm:spPr/>
      <dgm:t>
        <a:bodyPr/>
        <a:lstStyle/>
        <a:p>
          <a:endParaRPr lang="en-US"/>
        </a:p>
      </dgm:t>
    </dgm:pt>
    <dgm:pt modelId="{614D52BC-F5FB-4032-86C3-7F8BE77A040E}" type="sibTrans" cxnId="{C11C26D0-5A23-40F4-89BC-AEF0EE56B5D4}">
      <dgm:prSet/>
      <dgm:spPr/>
      <dgm:t>
        <a:bodyPr/>
        <a:lstStyle/>
        <a:p>
          <a:endParaRPr lang="en-US"/>
        </a:p>
      </dgm:t>
    </dgm:pt>
    <dgm:pt modelId="{25E4E753-7084-4FA5-89B9-F6B63022DD44}">
      <dgm:prSet phldrT="[Text]" custT="1"/>
      <dgm:spPr/>
      <dgm:t>
        <a:bodyPr/>
        <a:lstStyle/>
        <a:p>
          <a:r>
            <a:rPr lang="en-US" sz="1600" dirty="0"/>
            <a:t>Define Unique Serial Numbers for each vehicle</a:t>
          </a:r>
        </a:p>
      </dgm:t>
    </dgm:pt>
    <dgm:pt modelId="{868B6C5E-FC31-4816-97F6-F1C71353005C}" type="parTrans" cxnId="{E7AA088B-0AE3-4DD7-B523-3EE9E0B16416}">
      <dgm:prSet/>
      <dgm:spPr/>
      <dgm:t>
        <a:bodyPr/>
        <a:lstStyle/>
        <a:p>
          <a:endParaRPr lang="en-US"/>
        </a:p>
      </dgm:t>
    </dgm:pt>
    <dgm:pt modelId="{3D1B02E1-CDB4-4D9C-A754-48D57A58EED7}" type="sibTrans" cxnId="{E7AA088B-0AE3-4DD7-B523-3EE9E0B16416}">
      <dgm:prSet/>
      <dgm:spPr/>
      <dgm:t>
        <a:bodyPr/>
        <a:lstStyle/>
        <a:p>
          <a:endParaRPr lang="en-US"/>
        </a:p>
      </dgm:t>
    </dgm:pt>
    <dgm:pt modelId="{68E255CE-B2EC-4DD7-AA57-4A51768982B9}">
      <dgm:prSet phldrT="[Text]" custT="1"/>
      <dgm:spPr/>
      <dgm:t>
        <a:bodyPr/>
        <a:lstStyle/>
        <a:p>
          <a:r>
            <a:rPr lang="en-US" sz="1600" dirty="0"/>
            <a:t>Validate GRN</a:t>
          </a:r>
        </a:p>
      </dgm:t>
    </dgm:pt>
    <dgm:pt modelId="{56F22C40-5A22-49AB-B706-7AFDF96EE449}" type="parTrans" cxnId="{ECB4DB69-9886-4355-8BCB-04DC5A0CB90A}">
      <dgm:prSet/>
      <dgm:spPr/>
      <dgm:t>
        <a:bodyPr/>
        <a:lstStyle/>
        <a:p>
          <a:endParaRPr lang="en-US"/>
        </a:p>
      </dgm:t>
    </dgm:pt>
    <dgm:pt modelId="{4F08452C-53DA-4834-B0B6-643877FE7929}" type="sibTrans" cxnId="{ECB4DB69-9886-4355-8BCB-04DC5A0CB90A}">
      <dgm:prSet/>
      <dgm:spPr/>
      <dgm:t>
        <a:bodyPr/>
        <a:lstStyle/>
        <a:p>
          <a:endParaRPr lang="en-US"/>
        </a:p>
      </dgm:t>
    </dgm:pt>
    <dgm:pt modelId="{81D972D9-B23D-49F8-B1AF-18243C7379CC}">
      <dgm:prSet phldrT="[Text]" custT="1"/>
      <dgm:spPr/>
      <dgm:t>
        <a:bodyPr/>
        <a:lstStyle/>
        <a:p>
          <a:r>
            <a:rPr lang="en-US" sz="1600" dirty="0"/>
            <a:t>GRN created from PO</a:t>
          </a:r>
        </a:p>
      </dgm:t>
    </dgm:pt>
    <dgm:pt modelId="{E91D8568-FC5C-4AB6-8BC7-2564A797E95C}" type="sibTrans" cxnId="{6DE649CA-03B9-4C2C-8096-BC0686B8CF24}">
      <dgm:prSet/>
      <dgm:spPr/>
      <dgm:t>
        <a:bodyPr/>
        <a:lstStyle/>
        <a:p>
          <a:endParaRPr lang="en-US"/>
        </a:p>
      </dgm:t>
    </dgm:pt>
    <dgm:pt modelId="{2E7A3773-0725-41AB-90C1-73489904D452}" type="parTrans" cxnId="{6DE649CA-03B9-4C2C-8096-BC0686B8CF24}">
      <dgm:prSet/>
      <dgm:spPr/>
      <dgm:t>
        <a:bodyPr/>
        <a:lstStyle/>
        <a:p>
          <a:endParaRPr lang="en-US"/>
        </a:p>
      </dgm:t>
    </dgm:pt>
    <dgm:pt modelId="{C8A2D084-C4E9-4A2F-B9AD-0E0103138846}">
      <dgm:prSet phldrT="[Text]" custT="1"/>
      <dgm:spPr/>
      <dgm:t>
        <a:bodyPr/>
        <a:lstStyle/>
        <a:p>
          <a:pPr marL="0" lvl="0" indent="0" algn="l" defTabSz="1600200">
            <a:lnSpc>
              <a:spcPct val="90000"/>
            </a:lnSpc>
            <a:spcBef>
              <a:spcPct val="0"/>
            </a:spcBef>
            <a:spcAft>
              <a:spcPct val="35000"/>
            </a:spcAft>
            <a:buNone/>
          </a:pPr>
          <a:r>
            <a:rPr lang="en-US" sz="3600" kern="1200" dirty="0">
              <a:latin typeface="Century Gothic"/>
              <a:ea typeface="+mn-ea"/>
              <a:cs typeface="+mn-cs"/>
            </a:rPr>
            <a:t>Automated Actions</a:t>
          </a:r>
        </a:p>
      </dgm:t>
    </dgm:pt>
    <dgm:pt modelId="{10F6F7A7-260D-4B95-A688-1CFE6FE1FFF2}" type="sibTrans" cxnId="{FF5D1D46-7CF9-47C0-B480-FF160DECDFF6}">
      <dgm:prSet/>
      <dgm:spPr/>
      <dgm:t>
        <a:bodyPr/>
        <a:lstStyle/>
        <a:p>
          <a:endParaRPr lang="en-US"/>
        </a:p>
      </dgm:t>
    </dgm:pt>
    <dgm:pt modelId="{D47CBA62-E77B-4743-BB22-7D196ED4241D}" type="parTrans" cxnId="{FF5D1D46-7CF9-47C0-B480-FF160DECDFF6}">
      <dgm:prSet/>
      <dgm:spPr/>
      <dgm:t>
        <a:bodyPr/>
        <a:lstStyle/>
        <a:p>
          <a:endParaRPr lang="en-US"/>
        </a:p>
      </dgm:t>
    </dgm:pt>
    <dgm:pt modelId="{4FDA3AE4-3F7C-44CD-9981-09BA7E653809}">
      <dgm:prSet phldrT="[Text]" custT="1"/>
      <dgm:spPr/>
      <dgm:t>
        <a:bodyPr/>
        <a:lstStyle/>
        <a:p>
          <a:pPr marL="0" lvl="0" indent="0" algn="l" defTabSz="1600200">
            <a:lnSpc>
              <a:spcPct val="90000"/>
            </a:lnSpc>
            <a:spcBef>
              <a:spcPct val="0"/>
            </a:spcBef>
            <a:spcAft>
              <a:spcPct val="35000"/>
            </a:spcAft>
            <a:buNone/>
          </a:pPr>
          <a:r>
            <a:rPr lang="en-US" sz="1600" kern="1200" dirty="0">
              <a:latin typeface="Century Gothic"/>
              <a:ea typeface="+mn-ea"/>
              <a:cs typeface="+mn-cs"/>
            </a:rPr>
            <a:t>Analytic accounts created for each vehicle</a:t>
          </a:r>
        </a:p>
      </dgm:t>
    </dgm:pt>
    <dgm:pt modelId="{46FDCD38-5466-4B30-BCAD-B14B4252A0CE}" type="sibTrans" cxnId="{C7365BB3-60D6-4825-9D90-B973381F5259}">
      <dgm:prSet/>
      <dgm:spPr/>
      <dgm:t>
        <a:bodyPr/>
        <a:lstStyle/>
        <a:p>
          <a:endParaRPr lang="en-US"/>
        </a:p>
      </dgm:t>
    </dgm:pt>
    <dgm:pt modelId="{DE117867-3773-4470-A3F1-6EE3DC9C6E1C}" type="parTrans" cxnId="{C7365BB3-60D6-4825-9D90-B973381F5259}">
      <dgm:prSet/>
      <dgm:spPr/>
      <dgm:t>
        <a:bodyPr/>
        <a:lstStyle/>
        <a:p>
          <a:endParaRPr lang="en-US"/>
        </a:p>
      </dgm:t>
    </dgm:pt>
    <dgm:pt modelId="{53E9774E-65E4-48AC-B756-2470F102C5A0}">
      <dgm:prSet phldrT="[Text]" custT="1"/>
      <dgm:spPr/>
      <dgm:t>
        <a:bodyPr/>
        <a:lstStyle/>
        <a:p>
          <a:pPr marL="0" lvl="0" indent="0" algn="l" defTabSz="1600200">
            <a:lnSpc>
              <a:spcPct val="90000"/>
            </a:lnSpc>
            <a:spcBef>
              <a:spcPct val="0"/>
            </a:spcBef>
            <a:spcAft>
              <a:spcPct val="35000"/>
            </a:spcAft>
            <a:buNone/>
          </a:pPr>
          <a:r>
            <a:rPr lang="en-US" sz="1600" kern="1200" dirty="0">
              <a:latin typeface="Century Gothic"/>
              <a:ea typeface="+mn-ea"/>
              <a:cs typeface="+mn-cs"/>
            </a:rPr>
            <a:t>Vehicles created in the fleet module</a:t>
          </a:r>
        </a:p>
      </dgm:t>
    </dgm:pt>
    <dgm:pt modelId="{E93C67EC-A5D1-4B3A-960A-B377E38BCD6A}" type="sibTrans" cxnId="{ED3E96C2-891B-4119-BD0F-0F917A9110E5}">
      <dgm:prSet/>
      <dgm:spPr/>
      <dgm:t>
        <a:bodyPr/>
        <a:lstStyle/>
        <a:p>
          <a:endParaRPr lang="en-US"/>
        </a:p>
      </dgm:t>
    </dgm:pt>
    <dgm:pt modelId="{8962E064-A74E-463E-92FF-1ECA4CE0DB3B}" type="parTrans" cxnId="{ED3E96C2-891B-4119-BD0F-0F917A9110E5}">
      <dgm:prSet/>
      <dgm:spPr/>
      <dgm:t>
        <a:bodyPr/>
        <a:lstStyle/>
        <a:p>
          <a:endParaRPr lang="en-US"/>
        </a:p>
      </dgm:t>
    </dgm:pt>
    <dgm:pt modelId="{4F5815F0-9753-4B42-89BA-7756732D5E0C}">
      <dgm:prSet phldrT="[Text]" custT="1"/>
      <dgm:spPr/>
      <dgm:t>
        <a:bodyPr/>
        <a:lstStyle/>
        <a:p>
          <a:pPr marL="0" lvl="0" indent="0" algn="l" defTabSz="1600200">
            <a:lnSpc>
              <a:spcPct val="90000"/>
            </a:lnSpc>
            <a:spcBef>
              <a:spcPct val="0"/>
            </a:spcBef>
            <a:spcAft>
              <a:spcPct val="35000"/>
            </a:spcAft>
            <a:buNone/>
          </a:pPr>
          <a:r>
            <a:rPr lang="en-US" sz="1600" kern="1200" dirty="0">
              <a:latin typeface="Century Gothic"/>
              <a:ea typeface="+mn-ea"/>
              <a:cs typeface="+mn-cs"/>
            </a:rPr>
            <a:t>Asset document created for each vehicle</a:t>
          </a:r>
        </a:p>
      </dgm:t>
    </dgm:pt>
    <dgm:pt modelId="{1720E2EC-BD27-4027-B149-A478C8AC4B8E}" type="parTrans" cxnId="{E9EA9E56-3C37-4689-AAAF-AB474C11BBF0}">
      <dgm:prSet/>
      <dgm:spPr/>
      <dgm:t>
        <a:bodyPr/>
        <a:lstStyle/>
        <a:p>
          <a:endParaRPr lang="en-US"/>
        </a:p>
      </dgm:t>
    </dgm:pt>
    <dgm:pt modelId="{D33AF878-8C56-4330-9B13-FDB986FBCAEA}" type="sibTrans" cxnId="{E9EA9E56-3C37-4689-AAAF-AB474C11BBF0}">
      <dgm:prSet/>
      <dgm:spPr/>
      <dgm:t>
        <a:bodyPr/>
        <a:lstStyle/>
        <a:p>
          <a:endParaRPr lang="en-US"/>
        </a:p>
      </dgm:t>
    </dgm:pt>
    <dgm:pt modelId="{20D1EE4D-DBA2-4E55-A6F6-690DAD44DBE7}" type="pres">
      <dgm:prSet presAssocID="{29B70D31-5CF4-4366-8901-436F74DE859F}" presName="outerComposite" presStyleCnt="0">
        <dgm:presLayoutVars>
          <dgm:chMax val="5"/>
          <dgm:dir/>
          <dgm:resizeHandles val="exact"/>
        </dgm:presLayoutVars>
      </dgm:prSet>
      <dgm:spPr/>
    </dgm:pt>
    <dgm:pt modelId="{911760AD-C953-422C-94E0-F0100A0FEA09}" type="pres">
      <dgm:prSet presAssocID="{29B70D31-5CF4-4366-8901-436F74DE859F}" presName="dummyMaxCanvas" presStyleCnt="0">
        <dgm:presLayoutVars/>
      </dgm:prSet>
      <dgm:spPr/>
    </dgm:pt>
    <dgm:pt modelId="{EA353239-861F-42A1-8B87-384245B8173D}" type="pres">
      <dgm:prSet presAssocID="{29B70D31-5CF4-4366-8901-436F74DE859F}" presName="ThreeNodes_1" presStyleLbl="node1" presStyleIdx="0" presStyleCnt="3" custScaleY="123644">
        <dgm:presLayoutVars>
          <dgm:bulletEnabled val="1"/>
        </dgm:presLayoutVars>
      </dgm:prSet>
      <dgm:spPr/>
    </dgm:pt>
    <dgm:pt modelId="{DAFA32A0-3DF6-4685-85D1-D058CA404314}" type="pres">
      <dgm:prSet presAssocID="{29B70D31-5CF4-4366-8901-436F74DE859F}" presName="ThreeNodes_2" presStyleLbl="node1" presStyleIdx="1" presStyleCnt="3" custScaleY="124497" custLinFactNeighborY="10895">
        <dgm:presLayoutVars>
          <dgm:bulletEnabled val="1"/>
        </dgm:presLayoutVars>
      </dgm:prSet>
      <dgm:spPr/>
    </dgm:pt>
    <dgm:pt modelId="{9E23712A-3932-484E-98B9-4BE2D0E21FD1}" type="pres">
      <dgm:prSet presAssocID="{29B70D31-5CF4-4366-8901-436F74DE859F}" presName="ThreeNodes_3" presStyleLbl="node1" presStyleIdx="2" presStyleCnt="3" custScaleY="78489" custLinFactNeighborY="2368">
        <dgm:presLayoutVars>
          <dgm:bulletEnabled val="1"/>
        </dgm:presLayoutVars>
      </dgm:prSet>
      <dgm:spPr/>
    </dgm:pt>
    <dgm:pt modelId="{A74CB5B9-7955-4CEE-BD7C-6931337EADB0}" type="pres">
      <dgm:prSet presAssocID="{29B70D31-5CF4-4366-8901-436F74DE859F}" presName="ThreeConn_1-2" presStyleLbl="fgAccFollowNode1" presStyleIdx="0" presStyleCnt="2">
        <dgm:presLayoutVars>
          <dgm:bulletEnabled val="1"/>
        </dgm:presLayoutVars>
      </dgm:prSet>
      <dgm:spPr/>
    </dgm:pt>
    <dgm:pt modelId="{99B9BC8E-8D0D-42EF-8A89-C599332B2F05}" type="pres">
      <dgm:prSet presAssocID="{29B70D31-5CF4-4366-8901-436F74DE859F}" presName="ThreeConn_2-3" presStyleLbl="fgAccFollowNode1" presStyleIdx="1" presStyleCnt="2">
        <dgm:presLayoutVars>
          <dgm:bulletEnabled val="1"/>
        </dgm:presLayoutVars>
      </dgm:prSet>
      <dgm:spPr/>
    </dgm:pt>
    <dgm:pt modelId="{10FE62C9-AFF5-4414-B91E-3E8849E7DB39}" type="pres">
      <dgm:prSet presAssocID="{29B70D31-5CF4-4366-8901-436F74DE859F}" presName="ThreeNodes_1_text" presStyleLbl="node1" presStyleIdx="2" presStyleCnt="3">
        <dgm:presLayoutVars>
          <dgm:bulletEnabled val="1"/>
        </dgm:presLayoutVars>
      </dgm:prSet>
      <dgm:spPr/>
    </dgm:pt>
    <dgm:pt modelId="{C40E5056-D828-4EA2-8903-F9BA9CE3D36B}" type="pres">
      <dgm:prSet presAssocID="{29B70D31-5CF4-4366-8901-436F74DE859F}" presName="ThreeNodes_2_text" presStyleLbl="node1" presStyleIdx="2" presStyleCnt="3">
        <dgm:presLayoutVars>
          <dgm:bulletEnabled val="1"/>
        </dgm:presLayoutVars>
      </dgm:prSet>
      <dgm:spPr/>
    </dgm:pt>
    <dgm:pt modelId="{73D62E4B-A743-48F7-8042-331A38EA4378}" type="pres">
      <dgm:prSet presAssocID="{29B70D31-5CF4-4366-8901-436F74DE859F}" presName="ThreeNodes_3_text" presStyleLbl="node1" presStyleIdx="2" presStyleCnt="3">
        <dgm:presLayoutVars>
          <dgm:bulletEnabled val="1"/>
        </dgm:presLayoutVars>
      </dgm:prSet>
      <dgm:spPr/>
    </dgm:pt>
  </dgm:ptLst>
  <dgm:cxnLst>
    <dgm:cxn modelId="{4CC05D04-5A55-4A91-BA64-D73C2DDEE9E6}" type="presOf" srcId="{68E255CE-B2EC-4DD7-AA57-4A51768982B9}" destId="{10FE62C9-AFF5-4414-B91E-3E8849E7DB39}" srcOrd="1" destOrd="3" presId="urn:microsoft.com/office/officeart/2005/8/layout/vProcess5"/>
    <dgm:cxn modelId="{829E2613-34E7-4FDD-9DCC-0F2C48E2C4DF}" type="presOf" srcId="{29B70D31-5CF4-4366-8901-436F74DE859F}" destId="{20D1EE4D-DBA2-4E55-A6F6-690DAD44DBE7}" srcOrd="0" destOrd="0" presId="urn:microsoft.com/office/officeart/2005/8/layout/vProcess5"/>
    <dgm:cxn modelId="{E8405C15-5250-4CF0-8DAA-06EA1DDB19BF}" type="presOf" srcId="{53E9774E-65E4-48AC-B756-2470F102C5A0}" destId="{C40E5056-D828-4EA2-8903-F9BA9CE3D36B}" srcOrd="1" destOrd="1" presId="urn:microsoft.com/office/officeart/2005/8/layout/vProcess5"/>
    <dgm:cxn modelId="{C4B9DB1E-C8EA-4DF7-8288-1A930A297A3E}" type="presOf" srcId="{25E4E753-7084-4FA5-89B9-F6B63022DD44}" destId="{EA353239-861F-42A1-8B87-384245B8173D}" srcOrd="0" destOrd="2" presId="urn:microsoft.com/office/officeart/2005/8/layout/vProcess5"/>
    <dgm:cxn modelId="{26DA6622-C9D2-4277-9E15-D66ECCAEB45B}" type="presOf" srcId="{B99C9F96-E305-4923-A786-E9D9812BEF0C}" destId="{73D62E4B-A743-48F7-8042-331A38EA4378}" srcOrd="1" destOrd="0" presId="urn:microsoft.com/office/officeart/2005/8/layout/vProcess5"/>
    <dgm:cxn modelId="{88561C24-F8CA-4235-A1F8-7BB2E1C98EF4}" type="presOf" srcId="{C8A2D084-C4E9-4A2F-B9AD-0E0103138846}" destId="{DAFA32A0-3DF6-4685-85D1-D058CA404314}" srcOrd="0" destOrd="0" presId="urn:microsoft.com/office/officeart/2005/8/layout/vProcess5"/>
    <dgm:cxn modelId="{6239292C-494E-4E2D-BB80-5D9CD7962D31}" type="presOf" srcId="{4FDA3AE4-3F7C-44CD-9981-09BA7E653809}" destId="{C40E5056-D828-4EA2-8903-F9BA9CE3D36B}" srcOrd="1" destOrd="2" presId="urn:microsoft.com/office/officeart/2005/8/layout/vProcess5"/>
    <dgm:cxn modelId="{9F5B3B2E-EAFF-4297-A655-589DD59E8F71}" type="presOf" srcId="{4FDA3AE4-3F7C-44CD-9981-09BA7E653809}" destId="{DAFA32A0-3DF6-4685-85D1-D058CA404314}" srcOrd="0" destOrd="2" presId="urn:microsoft.com/office/officeart/2005/8/layout/vProcess5"/>
    <dgm:cxn modelId="{54AB335D-4F8F-40E8-9219-3876B384EE49}" type="presOf" srcId="{53E9774E-65E4-48AC-B756-2470F102C5A0}" destId="{DAFA32A0-3DF6-4685-85D1-D058CA404314}" srcOrd="0" destOrd="1" presId="urn:microsoft.com/office/officeart/2005/8/layout/vProcess5"/>
    <dgm:cxn modelId="{2D6F0C45-14E9-4FB9-9778-B44AC764C100}" type="presOf" srcId="{B99C9F96-E305-4923-A786-E9D9812BEF0C}" destId="{9E23712A-3932-484E-98B9-4BE2D0E21FD1}" srcOrd="0" destOrd="0" presId="urn:microsoft.com/office/officeart/2005/8/layout/vProcess5"/>
    <dgm:cxn modelId="{FF5D1D46-7CF9-47C0-B480-FF160DECDFF6}" srcId="{29B70D31-5CF4-4366-8901-436F74DE859F}" destId="{C8A2D084-C4E9-4A2F-B9AD-0E0103138846}" srcOrd="1" destOrd="0" parTransId="{D47CBA62-E77B-4743-BB22-7D196ED4241D}" sibTransId="{10F6F7A7-260D-4B95-A688-1CFE6FE1FFF2}"/>
    <dgm:cxn modelId="{ECB4DB69-9886-4355-8BCB-04DC5A0CB90A}" srcId="{8A874E7E-AB2C-4FE4-B237-CA35BF11C2CD}" destId="{68E255CE-B2EC-4DD7-AA57-4A51768982B9}" srcOrd="2" destOrd="0" parTransId="{56F22C40-5A22-49AB-B706-7AFDF96EE449}" sibTransId="{4F08452C-53DA-4834-B0B6-643877FE7929}"/>
    <dgm:cxn modelId="{259B074E-A6D7-49FC-A5E7-8DE4F0864A1B}" type="presOf" srcId="{8A874E7E-AB2C-4FE4-B237-CA35BF11C2CD}" destId="{EA353239-861F-42A1-8B87-384245B8173D}" srcOrd="0" destOrd="0" presId="urn:microsoft.com/office/officeart/2005/8/layout/vProcess5"/>
    <dgm:cxn modelId="{E9EA9E56-3C37-4689-AAAF-AB474C11BBF0}" srcId="{C8A2D084-C4E9-4A2F-B9AD-0E0103138846}" destId="{4F5815F0-9753-4B42-89BA-7756732D5E0C}" srcOrd="2" destOrd="0" parTransId="{1720E2EC-BD27-4027-B149-A478C8AC4B8E}" sibTransId="{D33AF878-8C56-4330-9B13-FDB986FBCAEA}"/>
    <dgm:cxn modelId="{F697BA58-9891-405D-B378-8D11E017E38E}" type="presOf" srcId="{8A874E7E-AB2C-4FE4-B237-CA35BF11C2CD}" destId="{10FE62C9-AFF5-4414-B91E-3E8849E7DB39}" srcOrd="1" destOrd="0" presId="urn:microsoft.com/office/officeart/2005/8/layout/vProcess5"/>
    <dgm:cxn modelId="{DD1AD180-8FA3-4658-924E-DCD2D6F01CA4}" type="presOf" srcId="{4F5815F0-9753-4B42-89BA-7756732D5E0C}" destId="{DAFA32A0-3DF6-4685-85D1-D058CA404314}" srcOrd="0" destOrd="3" presId="urn:microsoft.com/office/officeart/2005/8/layout/vProcess5"/>
    <dgm:cxn modelId="{E7AA088B-0AE3-4DD7-B523-3EE9E0B16416}" srcId="{8A874E7E-AB2C-4FE4-B237-CA35BF11C2CD}" destId="{25E4E753-7084-4FA5-89B9-F6B63022DD44}" srcOrd="1" destOrd="0" parTransId="{868B6C5E-FC31-4816-97F6-F1C71353005C}" sibTransId="{3D1B02E1-CDB4-4D9C-A754-48D57A58EED7}"/>
    <dgm:cxn modelId="{A3A7D49D-66F8-48DA-B90C-040B60EF6D87}" type="presOf" srcId="{81D972D9-B23D-49F8-B1AF-18243C7379CC}" destId="{10FE62C9-AFF5-4414-B91E-3E8849E7DB39}" srcOrd="1" destOrd="1" presId="urn:microsoft.com/office/officeart/2005/8/layout/vProcess5"/>
    <dgm:cxn modelId="{BDDB47A2-168C-47B3-BBEA-0FD82A3FAC35}" type="presOf" srcId="{68E255CE-B2EC-4DD7-AA57-4A51768982B9}" destId="{EA353239-861F-42A1-8B87-384245B8173D}" srcOrd="0" destOrd="3" presId="urn:microsoft.com/office/officeart/2005/8/layout/vProcess5"/>
    <dgm:cxn modelId="{C7365BB3-60D6-4825-9D90-B973381F5259}" srcId="{C8A2D084-C4E9-4A2F-B9AD-0E0103138846}" destId="{4FDA3AE4-3F7C-44CD-9981-09BA7E653809}" srcOrd="1" destOrd="0" parTransId="{DE117867-3773-4470-A3F1-6EE3DC9C6E1C}" sibTransId="{46FDCD38-5466-4B30-BCAD-B14B4252A0CE}"/>
    <dgm:cxn modelId="{F9F724B7-82A1-4852-85A9-C0E9292D1EAE}" type="presOf" srcId="{81D972D9-B23D-49F8-B1AF-18243C7379CC}" destId="{EA353239-861F-42A1-8B87-384245B8173D}" srcOrd="0" destOrd="1" presId="urn:microsoft.com/office/officeart/2005/8/layout/vProcess5"/>
    <dgm:cxn modelId="{ED3E96C2-891B-4119-BD0F-0F917A9110E5}" srcId="{C8A2D084-C4E9-4A2F-B9AD-0E0103138846}" destId="{53E9774E-65E4-48AC-B756-2470F102C5A0}" srcOrd="0" destOrd="0" parTransId="{8962E064-A74E-463E-92FF-1ECA4CE0DB3B}" sibTransId="{E93C67EC-A5D1-4B3A-960A-B377E38BCD6A}"/>
    <dgm:cxn modelId="{6DE649CA-03B9-4C2C-8096-BC0686B8CF24}" srcId="{8A874E7E-AB2C-4FE4-B237-CA35BF11C2CD}" destId="{81D972D9-B23D-49F8-B1AF-18243C7379CC}" srcOrd="0" destOrd="0" parTransId="{2E7A3773-0725-41AB-90C1-73489904D452}" sibTransId="{E91D8568-FC5C-4AB6-8BC7-2564A797E95C}"/>
    <dgm:cxn modelId="{E36F6ECD-9E0B-443D-938A-B6ACEB46D76C}" type="presOf" srcId="{25E4E753-7084-4FA5-89B9-F6B63022DD44}" destId="{10FE62C9-AFF5-4414-B91E-3E8849E7DB39}" srcOrd="1" destOrd="2" presId="urn:microsoft.com/office/officeart/2005/8/layout/vProcess5"/>
    <dgm:cxn modelId="{716B64CF-074C-4036-8741-EC63D3E4747C}" type="presOf" srcId="{9F214162-2C49-4ECB-8B75-CABE6D2440E5}" destId="{A74CB5B9-7955-4CEE-BD7C-6931337EADB0}" srcOrd="0" destOrd="0" presId="urn:microsoft.com/office/officeart/2005/8/layout/vProcess5"/>
    <dgm:cxn modelId="{C11C26D0-5A23-40F4-89BC-AEF0EE56B5D4}" srcId="{29B70D31-5CF4-4366-8901-436F74DE859F}" destId="{B99C9F96-E305-4923-A786-E9D9812BEF0C}" srcOrd="2" destOrd="0" parTransId="{F2715E72-1726-4E9B-9E13-A8C0C384A58F}" sibTransId="{614D52BC-F5FB-4032-86C3-7F8BE77A040E}"/>
    <dgm:cxn modelId="{DCCE89DD-CFFD-4112-A015-FDD1CB8AE072}" srcId="{29B70D31-5CF4-4366-8901-436F74DE859F}" destId="{8A874E7E-AB2C-4FE4-B237-CA35BF11C2CD}" srcOrd="0" destOrd="0" parTransId="{F462D89F-7481-4EA1-9628-47C192F379D7}" sibTransId="{9F214162-2C49-4ECB-8B75-CABE6D2440E5}"/>
    <dgm:cxn modelId="{E788F4E5-929E-4702-BFFC-F28318E8DE40}" type="presOf" srcId="{10F6F7A7-260D-4B95-A688-1CFE6FE1FFF2}" destId="{99B9BC8E-8D0D-42EF-8A89-C599332B2F05}" srcOrd="0" destOrd="0" presId="urn:microsoft.com/office/officeart/2005/8/layout/vProcess5"/>
    <dgm:cxn modelId="{EC7C2EFB-7E0C-4417-B389-251EC4077488}" type="presOf" srcId="{4F5815F0-9753-4B42-89BA-7756732D5E0C}" destId="{C40E5056-D828-4EA2-8903-F9BA9CE3D36B}" srcOrd="1" destOrd="3" presId="urn:microsoft.com/office/officeart/2005/8/layout/vProcess5"/>
    <dgm:cxn modelId="{5BA213FC-3BBC-47DB-8B9D-1827FD1A041C}" type="presOf" srcId="{C8A2D084-C4E9-4A2F-B9AD-0E0103138846}" destId="{C40E5056-D828-4EA2-8903-F9BA9CE3D36B}" srcOrd="1" destOrd="0" presId="urn:microsoft.com/office/officeart/2005/8/layout/vProcess5"/>
    <dgm:cxn modelId="{736EA8EF-55A9-45BF-897F-74D8DEA1BF48}" type="presParOf" srcId="{20D1EE4D-DBA2-4E55-A6F6-690DAD44DBE7}" destId="{911760AD-C953-422C-94E0-F0100A0FEA09}" srcOrd="0" destOrd="0" presId="urn:microsoft.com/office/officeart/2005/8/layout/vProcess5"/>
    <dgm:cxn modelId="{A12B5B2D-3036-462A-8639-A3A12B1BD676}" type="presParOf" srcId="{20D1EE4D-DBA2-4E55-A6F6-690DAD44DBE7}" destId="{EA353239-861F-42A1-8B87-384245B8173D}" srcOrd="1" destOrd="0" presId="urn:microsoft.com/office/officeart/2005/8/layout/vProcess5"/>
    <dgm:cxn modelId="{926BDD39-1292-4CE8-AEB8-2C515261B39B}" type="presParOf" srcId="{20D1EE4D-DBA2-4E55-A6F6-690DAD44DBE7}" destId="{DAFA32A0-3DF6-4685-85D1-D058CA404314}" srcOrd="2" destOrd="0" presId="urn:microsoft.com/office/officeart/2005/8/layout/vProcess5"/>
    <dgm:cxn modelId="{65C95631-DB4A-4B31-BA22-8A4FD75EFAB0}" type="presParOf" srcId="{20D1EE4D-DBA2-4E55-A6F6-690DAD44DBE7}" destId="{9E23712A-3932-484E-98B9-4BE2D0E21FD1}" srcOrd="3" destOrd="0" presId="urn:microsoft.com/office/officeart/2005/8/layout/vProcess5"/>
    <dgm:cxn modelId="{2C4B389E-CA19-46DF-8B89-41490F1B6377}" type="presParOf" srcId="{20D1EE4D-DBA2-4E55-A6F6-690DAD44DBE7}" destId="{A74CB5B9-7955-4CEE-BD7C-6931337EADB0}" srcOrd="4" destOrd="0" presId="urn:microsoft.com/office/officeart/2005/8/layout/vProcess5"/>
    <dgm:cxn modelId="{B7CF5D81-A47E-476E-9931-429CEEB19738}" type="presParOf" srcId="{20D1EE4D-DBA2-4E55-A6F6-690DAD44DBE7}" destId="{99B9BC8E-8D0D-42EF-8A89-C599332B2F05}" srcOrd="5" destOrd="0" presId="urn:microsoft.com/office/officeart/2005/8/layout/vProcess5"/>
    <dgm:cxn modelId="{0F6F481A-CFF9-48AF-83B2-BB5A327C4FE5}" type="presParOf" srcId="{20D1EE4D-DBA2-4E55-A6F6-690DAD44DBE7}" destId="{10FE62C9-AFF5-4414-B91E-3E8849E7DB39}" srcOrd="6" destOrd="0" presId="urn:microsoft.com/office/officeart/2005/8/layout/vProcess5"/>
    <dgm:cxn modelId="{3FD29DEC-950A-41F6-B875-2B93D5AB31E9}" type="presParOf" srcId="{20D1EE4D-DBA2-4E55-A6F6-690DAD44DBE7}" destId="{C40E5056-D828-4EA2-8903-F9BA9CE3D36B}" srcOrd="7" destOrd="0" presId="urn:microsoft.com/office/officeart/2005/8/layout/vProcess5"/>
    <dgm:cxn modelId="{4FCD2479-E014-4609-BD74-FB79ABB2287E}" type="presParOf" srcId="{20D1EE4D-DBA2-4E55-A6F6-690DAD44DBE7}" destId="{73D62E4B-A743-48F7-8042-331A38EA4378}"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E023DC-0D96-481D-B3FA-F47F8568CD3E}" type="doc">
      <dgm:prSet loTypeId="urn:microsoft.com/office/officeart/2005/8/layout/hProcess4" loCatId="process" qsTypeId="urn:microsoft.com/office/officeart/2005/8/quickstyle/simple1" qsCatId="simple" csTypeId="urn:microsoft.com/office/officeart/2005/8/colors/accent1_2" csCatId="accent1" phldr="1"/>
      <dgm:spPr/>
      <dgm:t>
        <a:bodyPr/>
        <a:lstStyle/>
        <a:p>
          <a:endParaRPr lang="en-US"/>
        </a:p>
      </dgm:t>
    </dgm:pt>
    <dgm:pt modelId="{00012958-9800-4F25-AB8D-750D93F35E98}">
      <dgm:prSet phldrT="[Text]"/>
      <dgm:spPr/>
      <dgm:t>
        <a:bodyPr/>
        <a:lstStyle/>
        <a:p>
          <a:r>
            <a:rPr lang="en-US" dirty="0"/>
            <a:t>Vehicle Registration</a:t>
          </a:r>
        </a:p>
      </dgm:t>
    </dgm:pt>
    <dgm:pt modelId="{5496820E-66A6-457F-B04B-968DB1029940}" type="parTrans" cxnId="{28115027-B4F5-4036-B82E-4D0B745CA4C6}">
      <dgm:prSet/>
      <dgm:spPr/>
      <dgm:t>
        <a:bodyPr/>
        <a:lstStyle/>
        <a:p>
          <a:endParaRPr lang="en-US"/>
        </a:p>
      </dgm:t>
    </dgm:pt>
    <dgm:pt modelId="{C7B9B4C7-F124-44B2-B984-5E17C5CC411B}" type="sibTrans" cxnId="{28115027-B4F5-4036-B82E-4D0B745CA4C6}">
      <dgm:prSet/>
      <dgm:spPr/>
      <dgm:t>
        <a:bodyPr/>
        <a:lstStyle/>
        <a:p>
          <a:endParaRPr lang="en-US"/>
        </a:p>
      </dgm:t>
    </dgm:pt>
    <dgm:pt modelId="{B7005531-BBAF-44C7-947A-FD340B8902F4}">
      <dgm:prSet phldrT="[Text]" custT="1"/>
      <dgm:spPr/>
      <dgm:t>
        <a:bodyPr/>
        <a:lstStyle/>
        <a:p>
          <a:r>
            <a:rPr lang="en-US" sz="1400" dirty="0"/>
            <a:t>Vehicle Registration</a:t>
          </a:r>
        </a:p>
      </dgm:t>
    </dgm:pt>
    <dgm:pt modelId="{F5011978-22B8-4003-A8E4-155E2C8149B1}" type="parTrans" cxnId="{01BE4286-0C15-4CAC-9332-0319562789AE}">
      <dgm:prSet/>
      <dgm:spPr/>
      <dgm:t>
        <a:bodyPr/>
        <a:lstStyle/>
        <a:p>
          <a:endParaRPr lang="en-US"/>
        </a:p>
      </dgm:t>
    </dgm:pt>
    <dgm:pt modelId="{8CB8776D-D8F6-457E-BEBB-4B4FFCBCAB9E}" type="sibTrans" cxnId="{01BE4286-0C15-4CAC-9332-0319562789AE}">
      <dgm:prSet/>
      <dgm:spPr/>
      <dgm:t>
        <a:bodyPr/>
        <a:lstStyle/>
        <a:p>
          <a:endParaRPr lang="en-US"/>
        </a:p>
      </dgm:t>
    </dgm:pt>
    <dgm:pt modelId="{7D18D40B-C3DD-404F-A3B1-3E1F8E521C34}">
      <dgm:prSet phldrT="[Text]"/>
      <dgm:spPr/>
      <dgm:t>
        <a:bodyPr/>
        <a:lstStyle/>
        <a:p>
          <a:r>
            <a:rPr lang="en-US" dirty="0"/>
            <a:t>Close Rental</a:t>
          </a:r>
        </a:p>
      </dgm:t>
    </dgm:pt>
    <dgm:pt modelId="{2CC9555A-E8E1-4D21-9A31-927692BF1167}" type="parTrans" cxnId="{C1481400-E511-40DB-B831-AC1062392E78}">
      <dgm:prSet/>
      <dgm:spPr/>
      <dgm:t>
        <a:bodyPr/>
        <a:lstStyle/>
        <a:p>
          <a:endParaRPr lang="en-US"/>
        </a:p>
      </dgm:t>
    </dgm:pt>
    <dgm:pt modelId="{3254343F-ABB1-4F8E-8326-24F9AA10B0B5}" type="sibTrans" cxnId="{C1481400-E511-40DB-B831-AC1062392E78}">
      <dgm:prSet/>
      <dgm:spPr/>
      <dgm:t>
        <a:bodyPr/>
        <a:lstStyle/>
        <a:p>
          <a:endParaRPr lang="en-US"/>
        </a:p>
      </dgm:t>
    </dgm:pt>
    <dgm:pt modelId="{67A818E8-4831-4A65-BD55-ECA54F6DB2E9}">
      <dgm:prSet phldrT="[Text]" custT="1"/>
      <dgm:spPr/>
      <dgm:t>
        <a:bodyPr/>
        <a:lstStyle/>
        <a:p>
          <a:r>
            <a:rPr lang="en-US" sz="1400" dirty="0"/>
            <a:t>Create Invoices</a:t>
          </a:r>
        </a:p>
      </dgm:t>
    </dgm:pt>
    <dgm:pt modelId="{8D90600B-54A8-42D4-932B-CE6FBB5D8EBC}" type="parTrans" cxnId="{138C71A7-6523-4EC5-8687-FF3ED8D97E04}">
      <dgm:prSet/>
      <dgm:spPr/>
      <dgm:t>
        <a:bodyPr/>
        <a:lstStyle/>
        <a:p>
          <a:endParaRPr lang="en-US"/>
        </a:p>
      </dgm:t>
    </dgm:pt>
    <dgm:pt modelId="{22F5064B-A618-42E7-B25E-F1F498C32BDC}" type="sibTrans" cxnId="{138C71A7-6523-4EC5-8687-FF3ED8D97E04}">
      <dgm:prSet/>
      <dgm:spPr/>
      <dgm:t>
        <a:bodyPr/>
        <a:lstStyle/>
        <a:p>
          <a:endParaRPr lang="en-US"/>
        </a:p>
      </dgm:t>
    </dgm:pt>
    <dgm:pt modelId="{2D2B1F9B-3A5C-4AB5-9E5F-6D3A7909AC3C}">
      <dgm:prSet phldrT="[Text]" custT="1"/>
      <dgm:spPr/>
      <dgm:t>
        <a:bodyPr/>
        <a:lstStyle/>
        <a:p>
          <a:r>
            <a:rPr lang="en-US" sz="1800" dirty="0"/>
            <a:t>Quotation &amp; Rental</a:t>
          </a:r>
        </a:p>
      </dgm:t>
    </dgm:pt>
    <dgm:pt modelId="{77891F5F-9BBA-4270-BDDF-604AAB3B33E6}" type="sibTrans" cxnId="{4061E411-8D7D-4AE5-B62D-FA82339E2CC5}">
      <dgm:prSet/>
      <dgm:spPr/>
      <dgm:t>
        <a:bodyPr/>
        <a:lstStyle/>
        <a:p>
          <a:endParaRPr lang="en-US"/>
        </a:p>
      </dgm:t>
    </dgm:pt>
    <dgm:pt modelId="{C374EB87-B604-4807-A2AF-4DD8D3978124}" type="parTrans" cxnId="{4061E411-8D7D-4AE5-B62D-FA82339E2CC5}">
      <dgm:prSet/>
      <dgm:spPr/>
      <dgm:t>
        <a:bodyPr/>
        <a:lstStyle/>
        <a:p>
          <a:endParaRPr lang="en-US"/>
        </a:p>
      </dgm:t>
    </dgm:pt>
    <dgm:pt modelId="{C5CB3D0C-C87D-4103-84A5-5CA228CD4E4E}">
      <dgm:prSet phldrT="[Text]" custT="1"/>
      <dgm:spPr/>
      <dgm:t>
        <a:bodyPr/>
        <a:lstStyle/>
        <a:p>
          <a:r>
            <a:rPr lang="en-US" sz="1400" dirty="0"/>
            <a:t>Approve Vehicle</a:t>
          </a:r>
        </a:p>
      </dgm:t>
    </dgm:pt>
    <dgm:pt modelId="{82F7C1A5-BC28-4EE9-BC88-866C5E86C507}" type="parTrans" cxnId="{994BA975-DAAB-48D7-8FE4-F2933E9EBC03}">
      <dgm:prSet/>
      <dgm:spPr/>
      <dgm:t>
        <a:bodyPr/>
        <a:lstStyle/>
        <a:p>
          <a:endParaRPr lang="en-US"/>
        </a:p>
      </dgm:t>
    </dgm:pt>
    <dgm:pt modelId="{0C809917-907D-4350-A462-8FCA7605CEAF}" type="sibTrans" cxnId="{994BA975-DAAB-48D7-8FE4-F2933E9EBC03}">
      <dgm:prSet/>
      <dgm:spPr/>
      <dgm:t>
        <a:bodyPr/>
        <a:lstStyle/>
        <a:p>
          <a:endParaRPr lang="en-US"/>
        </a:p>
      </dgm:t>
    </dgm:pt>
    <dgm:pt modelId="{8764FD06-E901-4C99-976F-77AB0DD98E10}">
      <dgm:prSet phldrT="[Text]" custT="1"/>
      <dgm:spPr/>
      <dgm:t>
        <a:bodyPr/>
        <a:lstStyle/>
        <a:p>
          <a:r>
            <a:rPr lang="en-US" sz="1400" dirty="0"/>
            <a:t>Create Quotation</a:t>
          </a:r>
        </a:p>
      </dgm:t>
    </dgm:pt>
    <dgm:pt modelId="{34B79C7A-A9FF-47AF-98F0-D679E4F98A0D}" type="parTrans" cxnId="{77340238-EC85-474F-84DC-B8573D38D4D4}">
      <dgm:prSet/>
      <dgm:spPr/>
      <dgm:t>
        <a:bodyPr/>
        <a:lstStyle/>
        <a:p>
          <a:endParaRPr lang="en-US"/>
        </a:p>
      </dgm:t>
    </dgm:pt>
    <dgm:pt modelId="{D0C9BF5A-97F2-4918-8EF3-A84F425A1806}" type="sibTrans" cxnId="{77340238-EC85-474F-84DC-B8573D38D4D4}">
      <dgm:prSet/>
      <dgm:spPr/>
      <dgm:t>
        <a:bodyPr/>
        <a:lstStyle/>
        <a:p>
          <a:endParaRPr lang="en-US"/>
        </a:p>
      </dgm:t>
    </dgm:pt>
    <dgm:pt modelId="{A2A81DEF-9BCD-46FF-B0D4-F866C99F8797}">
      <dgm:prSet phldrT="[Text]" custT="1"/>
      <dgm:spPr/>
      <dgm:t>
        <a:bodyPr/>
        <a:lstStyle/>
        <a:p>
          <a:r>
            <a:rPr lang="en-US" sz="1400" dirty="0"/>
            <a:t>Create Sales Order</a:t>
          </a:r>
        </a:p>
      </dgm:t>
    </dgm:pt>
    <dgm:pt modelId="{AABAD8A5-AC34-4AC1-904D-8CF4F0A9FC4B}" type="parTrans" cxnId="{529F2452-CCD5-4707-A0EA-76A0885D7FDF}">
      <dgm:prSet/>
      <dgm:spPr/>
      <dgm:t>
        <a:bodyPr/>
        <a:lstStyle/>
        <a:p>
          <a:endParaRPr lang="en-US"/>
        </a:p>
      </dgm:t>
    </dgm:pt>
    <dgm:pt modelId="{2B84C4DC-F33D-4CEE-B64F-5809468D1129}" type="sibTrans" cxnId="{529F2452-CCD5-4707-A0EA-76A0885D7FDF}">
      <dgm:prSet/>
      <dgm:spPr/>
      <dgm:t>
        <a:bodyPr/>
        <a:lstStyle/>
        <a:p>
          <a:endParaRPr lang="en-US"/>
        </a:p>
      </dgm:t>
    </dgm:pt>
    <dgm:pt modelId="{62955D39-657E-45AA-B096-08693BB8D46D}">
      <dgm:prSet phldrT="[Text]" custT="1"/>
      <dgm:spPr/>
      <dgm:t>
        <a:bodyPr/>
        <a:lstStyle/>
        <a:p>
          <a:r>
            <a:rPr lang="en-US" sz="1400" dirty="0"/>
            <a:t>Create Rental Contract</a:t>
          </a:r>
        </a:p>
      </dgm:t>
    </dgm:pt>
    <dgm:pt modelId="{211B9DD4-991F-49BE-A2B0-D7A2A00DA221}" type="parTrans" cxnId="{93700441-1169-471C-A5B2-EF635A40E0D5}">
      <dgm:prSet/>
      <dgm:spPr/>
      <dgm:t>
        <a:bodyPr/>
        <a:lstStyle/>
        <a:p>
          <a:endParaRPr lang="en-US"/>
        </a:p>
      </dgm:t>
    </dgm:pt>
    <dgm:pt modelId="{459E899E-87BB-46D1-A751-1E2D5FB881C5}" type="sibTrans" cxnId="{93700441-1169-471C-A5B2-EF635A40E0D5}">
      <dgm:prSet/>
      <dgm:spPr/>
      <dgm:t>
        <a:bodyPr/>
        <a:lstStyle/>
        <a:p>
          <a:endParaRPr lang="en-US"/>
        </a:p>
      </dgm:t>
    </dgm:pt>
    <dgm:pt modelId="{8821B971-644C-478E-B7E7-D2EB5F9AB2C4}">
      <dgm:prSet phldrT="[Text]" custT="1"/>
      <dgm:spPr/>
      <dgm:t>
        <a:bodyPr/>
        <a:lstStyle/>
        <a:p>
          <a:r>
            <a:rPr lang="en-US" sz="1400" dirty="0"/>
            <a:t>Record defects</a:t>
          </a:r>
        </a:p>
      </dgm:t>
    </dgm:pt>
    <dgm:pt modelId="{85A17A94-C9CE-48C7-BE2E-6112FB70336C}" type="parTrans" cxnId="{25A2C149-38F0-4734-802F-47FA23919993}">
      <dgm:prSet/>
      <dgm:spPr/>
      <dgm:t>
        <a:bodyPr/>
        <a:lstStyle/>
        <a:p>
          <a:endParaRPr lang="en-US"/>
        </a:p>
      </dgm:t>
    </dgm:pt>
    <dgm:pt modelId="{BD28916B-BDCF-4141-9986-B3AC37A4249F}" type="sibTrans" cxnId="{25A2C149-38F0-4734-802F-47FA23919993}">
      <dgm:prSet/>
      <dgm:spPr/>
      <dgm:t>
        <a:bodyPr/>
        <a:lstStyle/>
        <a:p>
          <a:endParaRPr lang="en-US"/>
        </a:p>
      </dgm:t>
    </dgm:pt>
    <dgm:pt modelId="{92DAB399-93FE-4126-B77C-778EB9B9FCF3}">
      <dgm:prSet phldrT="[Text]" custT="1"/>
      <dgm:spPr/>
      <dgm:t>
        <a:bodyPr/>
        <a:lstStyle/>
        <a:p>
          <a:r>
            <a:rPr lang="en-US" sz="1400" dirty="0"/>
            <a:t>Record  additional Expenses</a:t>
          </a:r>
        </a:p>
      </dgm:t>
    </dgm:pt>
    <dgm:pt modelId="{B2298363-FF17-42CD-8BCE-111D1E3AA078}" type="parTrans" cxnId="{FF3E9500-0780-4E41-98FC-FCE23796CA9C}">
      <dgm:prSet/>
      <dgm:spPr/>
      <dgm:t>
        <a:bodyPr/>
        <a:lstStyle/>
        <a:p>
          <a:endParaRPr lang="en-US"/>
        </a:p>
      </dgm:t>
    </dgm:pt>
    <dgm:pt modelId="{34BA4ACD-7817-4767-A5C7-C2758CFFFF9A}" type="sibTrans" cxnId="{FF3E9500-0780-4E41-98FC-FCE23796CA9C}">
      <dgm:prSet/>
      <dgm:spPr/>
      <dgm:t>
        <a:bodyPr/>
        <a:lstStyle/>
        <a:p>
          <a:endParaRPr lang="en-US"/>
        </a:p>
      </dgm:t>
    </dgm:pt>
    <dgm:pt modelId="{05997189-92EF-4D96-9539-171B6A32BEE1}">
      <dgm:prSet phldrT="[Text]" custT="1"/>
      <dgm:spPr/>
      <dgm:t>
        <a:bodyPr/>
        <a:lstStyle/>
        <a:p>
          <a:r>
            <a:rPr lang="en-US" sz="1400" dirty="0"/>
            <a:t>Receive down payment</a:t>
          </a:r>
        </a:p>
      </dgm:t>
    </dgm:pt>
    <dgm:pt modelId="{ECBD7089-EDCD-4408-89A7-199917D1AD09}" type="parTrans" cxnId="{E3902676-CE0D-48CA-B5F1-5C8EE3279A94}">
      <dgm:prSet/>
      <dgm:spPr/>
      <dgm:t>
        <a:bodyPr/>
        <a:lstStyle/>
        <a:p>
          <a:endParaRPr lang="en-US"/>
        </a:p>
      </dgm:t>
    </dgm:pt>
    <dgm:pt modelId="{AC623205-0CD3-4208-8F3F-328D4826C9FA}" type="sibTrans" cxnId="{E3902676-CE0D-48CA-B5F1-5C8EE3279A94}">
      <dgm:prSet/>
      <dgm:spPr/>
      <dgm:t>
        <a:bodyPr/>
        <a:lstStyle/>
        <a:p>
          <a:endParaRPr lang="en-US"/>
        </a:p>
      </dgm:t>
    </dgm:pt>
    <dgm:pt modelId="{4807740D-BD9A-49E9-B400-5D1B885575AB}">
      <dgm:prSet phldrT="[Text]" custT="1"/>
      <dgm:spPr/>
      <dgm:t>
        <a:bodyPr/>
        <a:lstStyle/>
        <a:p>
          <a:r>
            <a:rPr lang="en-US" sz="1400" dirty="0"/>
            <a:t>Close Rental</a:t>
          </a:r>
        </a:p>
      </dgm:t>
    </dgm:pt>
    <dgm:pt modelId="{712072CB-2252-407D-8D24-F30F67011D3E}" type="parTrans" cxnId="{38272A8E-DAEF-483F-8E93-FA54A46C3C5F}">
      <dgm:prSet/>
      <dgm:spPr/>
      <dgm:t>
        <a:bodyPr/>
        <a:lstStyle/>
        <a:p>
          <a:endParaRPr lang="en-US"/>
        </a:p>
      </dgm:t>
    </dgm:pt>
    <dgm:pt modelId="{E2D6D1C5-EFFF-49C2-A941-DD15CF5362FA}" type="sibTrans" cxnId="{38272A8E-DAEF-483F-8E93-FA54A46C3C5F}">
      <dgm:prSet/>
      <dgm:spPr/>
      <dgm:t>
        <a:bodyPr/>
        <a:lstStyle/>
        <a:p>
          <a:endParaRPr lang="en-US"/>
        </a:p>
      </dgm:t>
    </dgm:pt>
    <dgm:pt modelId="{351D6AF1-4AA8-40DD-BFA1-538B5E8848B9}" type="pres">
      <dgm:prSet presAssocID="{15E023DC-0D96-481D-B3FA-F47F8568CD3E}" presName="Name0" presStyleCnt="0">
        <dgm:presLayoutVars>
          <dgm:dir/>
          <dgm:animLvl val="lvl"/>
          <dgm:resizeHandles val="exact"/>
        </dgm:presLayoutVars>
      </dgm:prSet>
      <dgm:spPr/>
    </dgm:pt>
    <dgm:pt modelId="{1C6FC0D1-BED1-48C2-8A16-60877A9B235D}" type="pres">
      <dgm:prSet presAssocID="{15E023DC-0D96-481D-B3FA-F47F8568CD3E}" presName="tSp" presStyleCnt="0"/>
      <dgm:spPr/>
    </dgm:pt>
    <dgm:pt modelId="{4BCC0C26-0C24-4912-A5C4-3D017DD6E099}" type="pres">
      <dgm:prSet presAssocID="{15E023DC-0D96-481D-B3FA-F47F8568CD3E}" presName="bSp" presStyleCnt="0"/>
      <dgm:spPr/>
    </dgm:pt>
    <dgm:pt modelId="{CFA1ED7E-2C9B-4B1F-80E9-A200A762B1F3}" type="pres">
      <dgm:prSet presAssocID="{15E023DC-0D96-481D-B3FA-F47F8568CD3E}" presName="process" presStyleCnt="0"/>
      <dgm:spPr/>
    </dgm:pt>
    <dgm:pt modelId="{5BFCF0AA-B783-445D-A5C9-96556E62A3AD}" type="pres">
      <dgm:prSet presAssocID="{00012958-9800-4F25-AB8D-750D93F35E98}" presName="composite1" presStyleCnt="0"/>
      <dgm:spPr/>
    </dgm:pt>
    <dgm:pt modelId="{ECCCCE95-7CD5-48CA-8194-9E355A62D2EA}" type="pres">
      <dgm:prSet presAssocID="{00012958-9800-4F25-AB8D-750D93F35E98}" presName="dummyNode1" presStyleLbl="node1" presStyleIdx="0" presStyleCnt="3"/>
      <dgm:spPr/>
    </dgm:pt>
    <dgm:pt modelId="{413CBC41-AB7E-4369-94B2-3A528DF121DF}" type="pres">
      <dgm:prSet presAssocID="{00012958-9800-4F25-AB8D-750D93F35E98}" presName="childNode1" presStyleLbl="bgAcc1" presStyleIdx="0" presStyleCnt="3">
        <dgm:presLayoutVars>
          <dgm:bulletEnabled val="1"/>
        </dgm:presLayoutVars>
      </dgm:prSet>
      <dgm:spPr/>
    </dgm:pt>
    <dgm:pt modelId="{0B212139-FDED-48A8-9600-6D9CD29983A2}" type="pres">
      <dgm:prSet presAssocID="{00012958-9800-4F25-AB8D-750D93F35E98}" presName="childNode1tx" presStyleLbl="bgAcc1" presStyleIdx="0" presStyleCnt="3">
        <dgm:presLayoutVars>
          <dgm:bulletEnabled val="1"/>
        </dgm:presLayoutVars>
      </dgm:prSet>
      <dgm:spPr/>
    </dgm:pt>
    <dgm:pt modelId="{4E809815-D8D6-4C90-AC5A-AF0A68B81DB6}" type="pres">
      <dgm:prSet presAssocID="{00012958-9800-4F25-AB8D-750D93F35E98}" presName="parentNode1" presStyleLbl="node1" presStyleIdx="0" presStyleCnt="3">
        <dgm:presLayoutVars>
          <dgm:chMax val="1"/>
          <dgm:bulletEnabled val="1"/>
        </dgm:presLayoutVars>
      </dgm:prSet>
      <dgm:spPr/>
    </dgm:pt>
    <dgm:pt modelId="{CEE3BD37-69D6-434D-A163-18B96751CB28}" type="pres">
      <dgm:prSet presAssocID="{00012958-9800-4F25-AB8D-750D93F35E98}" presName="connSite1" presStyleCnt="0"/>
      <dgm:spPr/>
    </dgm:pt>
    <dgm:pt modelId="{37913FF1-16A2-4EEB-846E-628DDA85AE12}" type="pres">
      <dgm:prSet presAssocID="{C7B9B4C7-F124-44B2-B984-5E17C5CC411B}" presName="Name9" presStyleLbl="sibTrans2D1" presStyleIdx="0" presStyleCnt="2"/>
      <dgm:spPr/>
    </dgm:pt>
    <dgm:pt modelId="{87B781D4-06A0-472C-9D35-A96C827A71C6}" type="pres">
      <dgm:prSet presAssocID="{2D2B1F9B-3A5C-4AB5-9E5F-6D3A7909AC3C}" presName="composite2" presStyleCnt="0"/>
      <dgm:spPr/>
    </dgm:pt>
    <dgm:pt modelId="{15E5B3D6-6062-432B-92AA-4CAC11693356}" type="pres">
      <dgm:prSet presAssocID="{2D2B1F9B-3A5C-4AB5-9E5F-6D3A7909AC3C}" presName="dummyNode2" presStyleLbl="node1" presStyleIdx="0" presStyleCnt="3"/>
      <dgm:spPr/>
    </dgm:pt>
    <dgm:pt modelId="{61278F93-7223-41F4-A1C0-93DD888945BC}" type="pres">
      <dgm:prSet presAssocID="{2D2B1F9B-3A5C-4AB5-9E5F-6D3A7909AC3C}" presName="childNode2" presStyleLbl="bgAcc1" presStyleIdx="1" presStyleCnt="3">
        <dgm:presLayoutVars>
          <dgm:bulletEnabled val="1"/>
        </dgm:presLayoutVars>
      </dgm:prSet>
      <dgm:spPr/>
    </dgm:pt>
    <dgm:pt modelId="{17672162-D899-4FFD-868B-38909CB7311B}" type="pres">
      <dgm:prSet presAssocID="{2D2B1F9B-3A5C-4AB5-9E5F-6D3A7909AC3C}" presName="childNode2tx" presStyleLbl="bgAcc1" presStyleIdx="1" presStyleCnt="3">
        <dgm:presLayoutVars>
          <dgm:bulletEnabled val="1"/>
        </dgm:presLayoutVars>
      </dgm:prSet>
      <dgm:spPr/>
    </dgm:pt>
    <dgm:pt modelId="{9E39076B-65B7-4579-9D4B-D1AFE299DA44}" type="pres">
      <dgm:prSet presAssocID="{2D2B1F9B-3A5C-4AB5-9E5F-6D3A7909AC3C}" presName="parentNode2" presStyleLbl="node1" presStyleIdx="1" presStyleCnt="3" custLinFactNeighborX="346" custLinFactNeighborY="-8479">
        <dgm:presLayoutVars>
          <dgm:chMax val="0"/>
          <dgm:bulletEnabled val="1"/>
        </dgm:presLayoutVars>
      </dgm:prSet>
      <dgm:spPr/>
    </dgm:pt>
    <dgm:pt modelId="{67EC2829-2262-44B0-BAAE-2FEBABFE1DEA}" type="pres">
      <dgm:prSet presAssocID="{2D2B1F9B-3A5C-4AB5-9E5F-6D3A7909AC3C}" presName="connSite2" presStyleCnt="0"/>
      <dgm:spPr/>
    </dgm:pt>
    <dgm:pt modelId="{6B7EFB53-0F6B-4BC5-B6AA-ABC8B3656976}" type="pres">
      <dgm:prSet presAssocID="{77891F5F-9BBA-4270-BDDF-604AAB3B33E6}" presName="Name18" presStyleLbl="sibTrans2D1" presStyleIdx="1" presStyleCnt="2" custAng="846355" custScaleX="91023" custScaleY="96679" custLinFactNeighborX="5609" custLinFactNeighborY="1823"/>
      <dgm:spPr/>
    </dgm:pt>
    <dgm:pt modelId="{4459CEBD-DB11-432C-977F-52CC6CB8B616}" type="pres">
      <dgm:prSet presAssocID="{7D18D40B-C3DD-404F-A3B1-3E1F8E521C34}" presName="composite1" presStyleCnt="0"/>
      <dgm:spPr/>
    </dgm:pt>
    <dgm:pt modelId="{24FD1077-F3E8-459C-80CE-9FD4ABC936B1}" type="pres">
      <dgm:prSet presAssocID="{7D18D40B-C3DD-404F-A3B1-3E1F8E521C34}" presName="dummyNode1" presStyleLbl="node1" presStyleIdx="1" presStyleCnt="3"/>
      <dgm:spPr/>
    </dgm:pt>
    <dgm:pt modelId="{A939D058-D611-403B-B70A-EFD3FE44FE85}" type="pres">
      <dgm:prSet presAssocID="{7D18D40B-C3DD-404F-A3B1-3E1F8E521C34}" presName="childNode1" presStyleLbl="bgAcc1" presStyleIdx="2" presStyleCnt="3">
        <dgm:presLayoutVars>
          <dgm:bulletEnabled val="1"/>
        </dgm:presLayoutVars>
      </dgm:prSet>
      <dgm:spPr/>
    </dgm:pt>
    <dgm:pt modelId="{B114363A-AD45-4E58-9945-BAC8796E1EE1}" type="pres">
      <dgm:prSet presAssocID="{7D18D40B-C3DD-404F-A3B1-3E1F8E521C34}" presName="childNode1tx" presStyleLbl="bgAcc1" presStyleIdx="2" presStyleCnt="3">
        <dgm:presLayoutVars>
          <dgm:bulletEnabled val="1"/>
        </dgm:presLayoutVars>
      </dgm:prSet>
      <dgm:spPr/>
    </dgm:pt>
    <dgm:pt modelId="{E359FCCC-451B-49A1-8E0B-A3714BA69D6C}" type="pres">
      <dgm:prSet presAssocID="{7D18D40B-C3DD-404F-A3B1-3E1F8E521C34}" presName="parentNode1" presStyleLbl="node1" presStyleIdx="2" presStyleCnt="3">
        <dgm:presLayoutVars>
          <dgm:chMax val="1"/>
          <dgm:bulletEnabled val="1"/>
        </dgm:presLayoutVars>
      </dgm:prSet>
      <dgm:spPr/>
    </dgm:pt>
    <dgm:pt modelId="{E3BF2A9A-0DE6-4347-992B-D4DB954AF465}" type="pres">
      <dgm:prSet presAssocID="{7D18D40B-C3DD-404F-A3B1-3E1F8E521C34}" presName="connSite1" presStyleCnt="0"/>
      <dgm:spPr/>
    </dgm:pt>
  </dgm:ptLst>
  <dgm:cxnLst>
    <dgm:cxn modelId="{C1481400-E511-40DB-B831-AC1062392E78}" srcId="{15E023DC-0D96-481D-B3FA-F47F8568CD3E}" destId="{7D18D40B-C3DD-404F-A3B1-3E1F8E521C34}" srcOrd="2" destOrd="0" parTransId="{2CC9555A-E8E1-4D21-9A31-927692BF1167}" sibTransId="{3254343F-ABB1-4F8E-8326-24F9AA10B0B5}"/>
    <dgm:cxn modelId="{FF3E9500-0780-4E41-98FC-FCE23796CA9C}" srcId="{7D18D40B-C3DD-404F-A3B1-3E1F8E521C34}" destId="{92DAB399-93FE-4126-B77C-778EB9B9FCF3}" srcOrd="2" destOrd="0" parTransId="{B2298363-FF17-42CD-8BCE-111D1E3AA078}" sibTransId="{34BA4ACD-7817-4767-A5C7-C2758CFFFF9A}"/>
    <dgm:cxn modelId="{17DB0402-3017-41CF-B04B-328B4BFCE5FF}" type="presOf" srcId="{15E023DC-0D96-481D-B3FA-F47F8568CD3E}" destId="{351D6AF1-4AA8-40DD-BFA1-538B5E8848B9}" srcOrd="0" destOrd="0" presId="urn:microsoft.com/office/officeart/2005/8/layout/hProcess4"/>
    <dgm:cxn modelId="{C168560C-1A1C-4F2F-A482-E30D27A3EF95}" type="presOf" srcId="{C5CB3D0C-C87D-4103-84A5-5CA228CD4E4E}" destId="{0B212139-FDED-48A8-9600-6D9CD29983A2}" srcOrd="1" destOrd="1" presId="urn:microsoft.com/office/officeart/2005/8/layout/hProcess4"/>
    <dgm:cxn modelId="{4061E411-8D7D-4AE5-B62D-FA82339E2CC5}" srcId="{15E023DC-0D96-481D-B3FA-F47F8568CD3E}" destId="{2D2B1F9B-3A5C-4AB5-9E5F-6D3A7909AC3C}" srcOrd="1" destOrd="0" parTransId="{C374EB87-B604-4807-A2AF-4DD8D3978124}" sibTransId="{77891F5F-9BBA-4270-BDDF-604AAB3B33E6}"/>
    <dgm:cxn modelId="{5D1F8312-52D6-4716-9F2B-5798E819B884}" type="presOf" srcId="{05997189-92EF-4D96-9539-171B6A32BEE1}" destId="{17672162-D899-4FFD-868B-38909CB7311B}" srcOrd="1" destOrd="3" presId="urn:microsoft.com/office/officeart/2005/8/layout/hProcess4"/>
    <dgm:cxn modelId="{4A2FFA23-263E-4383-B021-6B6E394B28DC}" type="presOf" srcId="{77891F5F-9BBA-4270-BDDF-604AAB3B33E6}" destId="{6B7EFB53-0F6B-4BC5-B6AA-ABC8B3656976}" srcOrd="0" destOrd="0" presId="urn:microsoft.com/office/officeart/2005/8/layout/hProcess4"/>
    <dgm:cxn modelId="{28115027-B4F5-4036-B82E-4D0B745CA4C6}" srcId="{15E023DC-0D96-481D-B3FA-F47F8568CD3E}" destId="{00012958-9800-4F25-AB8D-750D93F35E98}" srcOrd="0" destOrd="0" parTransId="{5496820E-66A6-457F-B04B-968DB1029940}" sibTransId="{C7B9B4C7-F124-44B2-B984-5E17C5CC411B}"/>
    <dgm:cxn modelId="{8D0D2D2A-1811-463C-8F4F-23D2E2F17277}" type="presOf" srcId="{8821B971-644C-478E-B7E7-D2EB5F9AB2C4}" destId="{A939D058-D611-403B-B70A-EFD3FE44FE85}" srcOrd="0" destOrd="1" presId="urn:microsoft.com/office/officeart/2005/8/layout/hProcess4"/>
    <dgm:cxn modelId="{77340238-EC85-474F-84DC-B8573D38D4D4}" srcId="{2D2B1F9B-3A5C-4AB5-9E5F-6D3A7909AC3C}" destId="{8764FD06-E901-4C99-976F-77AB0DD98E10}" srcOrd="0" destOrd="0" parTransId="{34B79C7A-A9FF-47AF-98F0-D679E4F98A0D}" sibTransId="{D0C9BF5A-97F2-4918-8EF3-A84F425A1806}"/>
    <dgm:cxn modelId="{B1313039-6A5C-4C7D-A3AB-598484286184}" type="presOf" srcId="{7D18D40B-C3DD-404F-A3B1-3E1F8E521C34}" destId="{E359FCCC-451B-49A1-8E0B-A3714BA69D6C}" srcOrd="0" destOrd="0" presId="urn:microsoft.com/office/officeart/2005/8/layout/hProcess4"/>
    <dgm:cxn modelId="{93700441-1169-471C-A5B2-EF635A40E0D5}" srcId="{2D2B1F9B-3A5C-4AB5-9E5F-6D3A7909AC3C}" destId="{62955D39-657E-45AA-B096-08693BB8D46D}" srcOrd="2" destOrd="0" parTransId="{211B9DD4-991F-49BE-A2B0-D7A2A00DA221}" sibTransId="{459E899E-87BB-46D1-A751-1E2D5FB881C5}"/>
    <dgm:cxn modelId="{C0307261-FADC-4DF4-8802-54F5F4CA5FC2}" type="presOf" srcId="{C5CB3D0C-C87D-4103-84A5-5CA228CD4E4E}" destId="{413CBC41-AB7E-4369-94B2-3A528DF121DF}" srcOrd="0" destOrd="1" presId="urn:microsoft.com/office/officeart/2005/8/layout/hProcess4"/>
    <dgm:cxn modelId="{AF65BF46-DDB4-4BE3-946F-4FC75319B864}" type="presOf" srcId="{05997189-92EF-4D96-9539-171B6A32BEE1}" destId="{61278F93-7223-41F4-A1C0-93DD888945BC}" srcOrd="0" destOrd="3" presId="urn:microsoft.com/office/officeart/2005/8/layout/hProcess4"/>
    <dgm:cxn modelId="{EA9ED068-9093-44E5-A72F-CDAA57C14543}" type="presOf" srcId="{A2A81DEF-9BCD-46FF-B0D4-F866C99F8797}" destId="{17672162-D899-4FFD-868B-38909CB7311B}" srcOrd="1" destOrd="1" presId="urn:microsoft.com/office/officeart/2005/8/layout/hProcess4"/>
    <dgm:cxn modelId="{25A2C149-38F0-4734-802F-47FA23919993}" srcId="{7D18D40B-C3DD-404F-A3B1-3E1F8E521C34}" destId="{8821B971-644C-478E-B7E7-D2EB5F9AB2C4}" srcOrd="1" destOrd="0" parTransId="{85A17A94-C9CE-48C7-BE2E-6112FB70336C}" sibTransId="{BD28916B-BDCF-4141-9986-B3AC37A4249F}"/>
    <dgm:cxn modelId="{0E139E4A-13E8-47A7-9B52-FAEE2B28D3DF}" type="presOf" srcId="{4807740D-BD9A-49E9-B400-5D1B885575AB}" destId="{B114363A-AD45-4E58-9945-BAC8796E1EE1}" srcOrd="1" destOrd="3" presId="urn:microsoft.com/office/officeart/2005/8/layout/hProcess4"/>
    <dgm:cxn modelId="{92CF606E-D709-46C9-BE9B-E4569D9047CB}" type="presOf" srcId="{92DAB399-93FE-4126-B77C-778EB9B9FCF3}" destId="{A939D058-D611-403B-B70A-EFD3FE44FE85}" srcOrd="0" destOrd="2" presId="urn:microsoft.com/office/officeart/2005/8/layout/hProcess4"/>
    <dgm:cxn modelId="{529F2452-CCD5-4707-A0EA-76A0885D7FDF}" srcId="{2D2B1F9B-3A5C-4AB5-9E5F-6D3A7909AC3C}" destId="{A2A81DEF-9BCD-46FF-B0D4-F866C99F8797}" srcOrd="1" destOrd="0" parTransId="{AABAD8A5-AC34-4AC1-904D-8CF4F0A9FC4B}" sibTransId="{2B84C4DC-F33D-4CEE-B64F-5809468D1129}"/>
    <dgm:cxn modelId="{43346F53-A684-4D98-8D3B-66CA78E3B9CD}" type="presOf" srcId="{B7005531-BBAF-44C7-947A-FD340B8902F4}" destId="{0B212139-FDED-48A8-9600-6D9CD29983A2}" srcOrd="1" destOrd="0" presId="urn:microsoft.com/office/officeart/2005/8/layout/hProcess4"/>
    <dgm:cxn modelId="{994BA975-DAAB-48D7-8FE4-F2933E9EBC03}" srcId="{00012958-9800-4F25-AB8D-750D93F35E98}" destId="{C5CB3D0C-C87D-4103-84A5-5CA228CD4E4E}" srcOrd="1" destOrd="0" parTransId="{82F7C1A5-BC28-4EE9-BC88-866C5E86C507}" sibTransId="{0C809917-907D-4350-A462-8FCA7605CEAF}"/>
    <dgm:cxn modelId="{E3902676-CE0D-48CA-B5F1-5C8EE3279A94}" srcId="{2D2B1F9B-3A5C-4AB5-9E5F-6D3A7909AC3C}" destId="{05997189-92EF-4D96-9539-171B6A32BEE1}" srcOrd="3" destOrd="0" parTransId="{ECBD7089-EDCD-4408-89A7-199917D1AD09}" sibTransId="{AC623205-0CD3-4208-8F3F-328D4826C9FA}"/>
    <dgm:cxn modelId="{E13D6B81-9B02-4B17-B876-980B4CAEE134}" type="presOf" srcId="{92DAB399-93FE-4126-B77C-778EB9B9FCF3}" destId="{B114363A-AD45-4E58-9945-BAC8796E1EE1}" srcOrd="1" destOrd="2" presId="urn:microsoft.com/office/officeart/2005/8/layout/hProcess4"/>
    <dgm:cxn modelId="{01BE4286-0C15-4CAC-9332-0319562789AE}" srcId="{00012958-9800-4F25-AB8D-750D93F35E98}" destId="{B7005531-BBAF-44C7-947A-FD340B8902F4}" srcOrd="0" destOrd="0" parTransId="{F5011978-22B8-4003-A8E4-155E2C8149B1}" sibTransId="{8CB8776D-D8F6-457E-BEBB-4B4FFCBCAB9E}"/>
    <dgm:cxn modelId="{38272A8E-DAEF-483F-8E93-FA54A46C3C5F}" srcId="{7D18D40B-C3DD-404F-A3B1-3E1F8E521C34}" destId="{4807740D-BD9A-49E9-B400-5D1B885575AB}" srcOrd="3" destOrd="0" parTransId="{712072CB-2252-407D-8D24-F30F67011D3E}" sibTransId="{E2D6D1C5-EFFF-49C2-A941-DD15CF5362FA}"/>
    <dgm:cxn modelId="{63342CA5-6461-424A-B109-146FAEEE2BE7}" type="presOf" srcId="{67A818E8-4831-4A65-BD55-ECA54F6DB2E9}" destId="{A939D058-D611-403B-B70A-EFD3FE44FE85}" srcOrd="0" destOrd="0" presId="urn:microsoft.com/office/officeart/2005/8/layout/hProcess4"/>
    <dgm:cxn modelId="{138C71A7-6523-4EC5-8687-FF3ED8D97E04}" srcId="{7D18D40B-C3DD-404F-A3B1-3E1F8E521C34}" destId="{67A818E8-4831-4A65-BD55-ECA54F6DB2E9}" srcOrd="0" destOrd="0" parTransId="{8D90600B-54A8-42D4-932B-CE6FBB5D8EBC}" sibTransId="{22F5064B-A618-42E7-B25E-F1F498C32BDC}"/>
    <dgm:cxn modelId="{4482F0AB-B40C-4E2F-92A7-F0B7421CFEC1}" type="presOf" srcId="{67A818E8-4831-4A65-BD55-ECA54F6DB2E9}" destId="{B114363A-AD45-4E58-9945-BAC8796E1EE1}" srcOrd="1" destOrd="0" presId="urn:microsoft.com/office/officeart/2005/8/layout/hProcess4"/>
    <dgm:cxn modelId="{17536AB5-2530-4070-9989-5269ECE64E2D}" type="presOf" srcId="{00012958-9800-4F25-AB8D-750D93F35E98}" destId="{4E809815-D8D6-4C90-AC5A-AF0A68B81DB6}" srcOrd="0" destOrd="0" presId="urn:microsoft.com/office/officeart/2005/8/layout/hProcess4"/>
    <dgm:cxn modelId="{33C485BB-F944-4E95-B1BE-0CD3976769A8}" type="presOf" srcId="{2D2B1F9B-3A5C-4AB5-9E5F-6D3A7909AC3C}" destId="{9E39076B-65B7-4579-9D4B-D1AFE299DA44}" srcOrd="0" destOrd="0" presId="urn:microsoft.com/office/officeart/2005/8/layout/hProcess4"/>
    <dgm:cxn modelId="{45F7BBBB-8A66-47C6-BE28-795125684CE5}" type="presOf" srcId="{62955D39-657E-45AA-B096-08693BB8D46D}" destId="{61278F93-7223-41F4-A1C0-93DD888945BC}" srcOrd="0" destOrd="2" presId="urn:microsoft.com/office/officeart/2005/8/layout/hProcess4"/>
    <dgm:cxn modelId="{D0987FC2-F978-49E3-BEB4-8E84F0D91B29}" type="presOf" srcId="{A2A81DEF-9BCD-46FF-B0D4-F866C99F8797}" destId="{61278F93-7223-41F4-A1C0-93DD888945BC}" srcOrd="0" destOrd="1" presId="urn:microsoft.com/office/officeart/2005/8/layout/hProcess4"/>
    <dgm:cxn modelId="{C68C2EC4-82A9-4870-8A20-C3A4279D6088}" type="presOf" srcId="{8821B971-644C-478E-B7E7-D2EB5F9AB2C4}" destId="{B114363A-AD45-4E58-9945-BAC8796E1EE1}" srcOrd="1" destOrd="1" presId="urn:microsoft.com/office/officeart/2005/8/layout/hProcess4"/>
    <dgm:cxn modelId="{5E2032C6-6B01-4511-AC6B-667BE72A3ADE}" type="presOf" srcId="{B7005531-BBAF-44C7-947A-FD340B8902F4}" destId="{413CBC41-AB7E-4369-94B2-3A528DF121DF}" srcOrd="0" destOrd="0" presId="urn:microsoft.com/office/officeart/2005/8/layout/hProcess4"/>
    <dgm:cxn modelId="{41BEC2D2-55D8-4D68-A35F-1322DF75E3F7}" type="presOf" srcId="{8764FD06-E901-4C99-976F-77AB0DD98E10}" destId="{61278F93-7223-41F4-A1C0-93DD888945BC}" srcOrd="0" destOrd="0" presId="urn:microsoft.com/office/officeart/2005/8/layout/hProcess4"/>
    <dgm:cxn modelId="{D086A9D9-1106-4B38-84BC-E574A858B7DC}" type="presOf" srcId="{8764FD06-E901-4C99-976F-77AB0DD98E10}" destId="{17672162-D899-4FFD-868B-38909CB7311B}" srcOrd="1" destOrd="0" presId="urn:microsoft.com/office/officeart/2005/8/layout/hProcess4"/>
    <dgm:cxn modelId="{D10A42EC-97F8-412C-9FAF-9C5DFE7A4304}" type="presOf" srcId="{C7B9B4C7-F124-44B2-B984-5E17C5CC411B}" destId="{37913FF1-16A2-4EEB-846E-628DDA85AE12}" srcOrd="0" destOrd="0" presId="urn:microsoft.com/office/officeart/2005/8/layout/hProcess4"/>
    <dgm:cxn modelId="{82BD0BF4-51FB-4C08-B3D1-4D6DCB779624}" type="presOf" srcId="{4807740D-BD9A-49E9-B400-5D1B885575AB}" destId="{A939D058-D611-403B-B70A-EFD3FE44FE85}" srcOrd="0" destOrd="3" presId="urn:microsoft.com/office/officeart/2005/8/layout/hProcess4"/>
    <dgm:cxn modelId="{C37EEDF7-83DC-484A-9D55-A9D50160654F}" type="presOf" srcId="{62955D39-657E-45AA-B096-08693BB8D46D}" destId="{17672162-D899-4FFD-868B-38909CB7311B}" srcOrd="1" destOrd="2" presId="urn:microsoft.com/office/officeart/2005/8/layout/hProcess4"/>
    <dgm:cxn modelId="{B1638C5C-315B-402A-9543-30D2CED49D6B}" type="presParOf" srcId="{351D6AF1-4AA8-40DD-BFA1-538B5E8848B9}" destId="{1C6FC0D1-BED1-48C2-8A16-60877A9B235D}" srcOrd="0" destOrd="0" presId="urn:microsoft.com/office/officeart/2005/8/layout/hProcess4"/>
    <dgm:cxn modelId="{81AA807B-9D46-455C-98FB-489866B7E8A8}" type="presParOf" srcId="{351D6AF1-4AA8-40DD-BFA1-538B5E8848B9}" destId="{4BCC0C26-0C24-4912-A5C4-3D017DD6E099}" srcOrd="1" destOrd="0" presId="urn:microsoft.com/office/officeart/2005/8/layout/hProcess4"/>
    <dgm:cxn modelId="{AE5D99E5-2CB0-4594-B82D-1446764E7BDC}" type="presParOf" srcId="{351D6AF1-4AA8-40DD-BFA1-538B5E8848B9}" destId="{CFA1ED7E-2C9B-4B1F-80E9-A200A762B1F3}" srcOrd="2" destOrd="0" presId="urn:microsoft.com/office/officeart/2005/8/layout/hProcess4"/>
    <dgm:cxn modelId="{9C6473B5-9AB6-4EB7-97D6-1F2C9FE51125}" type="presParOf" srcId="{CFA1ED7E-2C9B-4B1F-80E9-A200A762B1F3}" destId="{5BFCF0AA-B783-445D-A5C9-96556E62A3AD}" srcOrd="0" destOrd="0" presId="urn:microsoft.com/office/officeart/2005/8/layout/hProcess4"/>
    <dgm:cxn modelId="{20226F4E-BC73-4C9E-A300-3537DE7D7CE4}" type="presParOf" srcId="{5BFCF0AA-B783-445D-A5C9-96556E62A3AD}" destId="{ECCCCE95-7CD5-48CA-8194-9E355A62D2EA}" srcOrd="0" destOrd="0" presId="urn:microsoft.com/office/officeart/2005/8/layout/hProcess4"/>
    <dgm:cxn modelId="{3C797635-8797-4823-80B3-5D444947FBA3}" type="presParOf" srcId="{5BFCF0AA-B783-445D-A5C9-96556E62A3AD}" destId="{413CBC41-AB7E-4369-94B2-3A528DF121DF}" srcOrd="1" destOrd="0" presId="urn:microsoft.com/office/officeart/2005/8/layout/hProcess4"/>
    <dgm:cxn modelId="{69A53F85-00E3-4764-938B-122EB230C272}" type="presParOf" srcId="{5BFCF0AA-B783-445D-A5C9-96556E62A3AD}" destId="{0B212139-FDED-48A8-9600-6D9CD29983A2}" srcOrd="2" destOrd="0" presId="urn:microsoft.com/office/officeart/2005/8/layout/hProcess4"/>
    <dgm:cxn modelId="{30F5B2F6-70E4-42CE-BAF4-D099661AEC80}" type="presParOf" srcId="{5BFCF0AA-B783-445D-A5C9-96556E62A3AD}" destId="{4E809815-D8D6-4C90-AC5A-AF0A68B81DB6}" srcOrd="3" destOrd="0" presId="urn:microsoft.com/office/officeart/2005/8/layout/hProcess4"/>
    <dgm:cxn modelId="{545E017E-DBDF-4BD1-990E-41E37E61ED00}" type="presParOf" srcId="{5BFCF0AA-B783-445D-A5C9-96556E62A3AD}" destId="{CEE3BD37-69D6-434D-A163-18B96751CB28}" srcOrd="4" destOrd="0" presId="urn:microsoft.com/office/officeart/2005/8/layout/hProcess4"/>
    <dgm:cxn modelId="{47602437-0D29-4369-ACFC-0B8D293ED753}" type="presParOf" srcId="{CFA1ED7E-2C9B-4B1F-80E9-A200A762B1F3}" destId="{37913FF1-16A2-4EEB-846E-628DDA85AE12}" srcOrd="1" destOrd="0" presId="urn:microsoft.com/office/officeart/2005/8/layout/hProcess4"/>
    <dgm:cxn modelId="{7F436393-CC11-4DDA-A6D6-1AE5C21B5877}" type="presParOf" srcId="{CFA1ED7E-2C9B-4B1F-80E9-A200A762B1F3}" destId="{87B781D4-06A0-472C-9D35-A96C827A71C6}" srcOrd="2" destOrd="0" presId="urn:microsoft.com/office/officeart/2005/8/layout/hProcess4"/>
    <dgm:cxn modelId="{FF06E7F2-3445-4263-9A54-4CABD6573D74}" type="presParOf" srcId="{87B781D4-06A0-472C-9D35-A96C827A71C6}" destId="{15E5B3D6-6062-432B-92AA-4CAC11693356}" srcOrd="0" destOrd="0" presId="urn:microsoft.com/office/officeart/2005/8/layout/hProcess4"/>
    <dgm:cxn modelId="{30CF0F9C-9779-432E-BE2B-C8D0CAC43237}" type="presParOf" srcId="{87B781D4-06A0-472C-9D35-A96C827A71C6}" destId="{61278F93-7223-41F4-A1C0-93DD888945BC}" srcOrd="1" destOrd="0" presId="urn:microsoft.com/office/officeart/2005/8/layout/hProcess4"/>
    <dgm:cxn modelId="{FEACF473-767D-4084-A941-6FD19B33D37D}" type="presParOf" srcId="{87B781D4-06A0-472C-9D35-A96C827A71C6}" destId="{17672162-D899-4FFD-868B-38909CB7311B}" srcOrd="2" destOrd="0" presId="urn:microsoft.com/office/officeart/2005/8/layout/hProcess4"/>
    <dgm:cxn modelId="{2C164F89-D843-497D-BF38-F71A36788276}" type="presParOf" srcId="{87B781D4-06A0-472C-9D35-A96C827A71C6}" destId="{9E39076B-65B7-4579-9D4B-D1AFE299DA44}" srcOrd="3" destOrd="0" presId="urn:microsoft.com/office/officeart/2005/8/layout/hProcess4"/>
    <dgm:cxn modelId="{F4C665E8-ACF1-4D48-90F6-7F41A0CFDA22}" type="presParOf" srcId="{87B781D4-06A0-472C-9D35-A96C827A71C6}" destId="{67EC2829-2262-44B0-BAAE-2FEBABFE1DEA}" srcOrd="4" destOrd="0" presId="urn:microsoft.com/office/officeart/2005/8/layout/hProcess4"/>
    <dgm:cxn modelId="{0DA4B5C8-5ACB-4E15-A621-D5EA48F04782}" type="presParOf" srcId="{CFA1ED7E-2C9B-4B1F-80E9-A200A762B1F3}" destId="{6B7EFB53-0F6B-4BC5-B6AA-ABC8B3656976}" srcOrd="3" destOrd="0" presId="urn:microsoft.com/office/officeart/2005/8/layout/hProcess4"/>
    <dgm:cxn modelId="{8435047A-E47B-4F59-875A-EBF6DE1D8624}" type="presParOf" srcId="{CFA1ED7E-2C9B-4B1F-80E9-A200A762B1F3}" destId="{4459CEBD-DB11-432C-977F-52CC6CB8B616}" srcOrd="4" destOrd="0" presId="urn:microsoft.com/office/officeart/2005/8/layout/hProcess4"/>
    <dgm:cxn modelId="{96401442-9F1C-41C7-BB45-1AD44CF6FBFD}" type="presParOf" srcId="{4459CEBD-DB11-432C-977F-52CC6CB8B616}" destId="{24FD1077-F3E8-459C-80CE-9FD4ABC936B1}" srcOrd="0" destOrd="0" presId="urn:microsoft.com/office/officeart/2005/8/layout/hProcess4"/>
    <dgm:cxn modelId="{CF084F0A-2A2C-4A53-B44A-B3AC60C5FEAB}" type="presParOf" srcId="{4459CEBD-DB11-432C-977F-52CC6CB8B616}" destId="{A939D058-D611-403B-B70A-EFD3FE44FE85}" srcOrd="1" destOrd="0" presId="urn:microsoft.com/office/officeart/2005/8/layout/hProcess4"/>
    <dgm:cxn modelId="{BCB305C2-BF21-4732-B433-939CAFC33B0E}" type="presParOf" srcId="{4459CEBD-DB11-432C-977F-52CC6CB8B616}" destId="{B114363A-AD45-4E58-9945-BAC8796E1EE1}" srcOrd="2" destOrd="0" presId="urn:microsoft.com/office/officeart/2005/8/layout/hProcess4"/>
    <dgm:cxn modelId="{89F22799-AE4A-4576-9DAE-F52289E947E1}" type="presParOf" srcId="{4459CEBD-DB11-432C-977F-52CC6CB8B616}" destId="{E359FCCC-451B-49A1-8E0B-A3714BA69D6C}" srcOrd="3" destOrd="0" presId="urn:microsoft.com/office/officeart/2005/8/layout/hProcess4"/>
    <dgm:cxn modelId="{C6B8C77B-B5D6-40F1-9C4F-7CB2BE81F0C8}" type="presParOf" srcId="{4459CEBD-DB11-432C-977F-52CC6CB8B616}" destId="{E3BF2A9A-0DE6-4347-992B-D4DB954AF465}"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CBC41-AB7E-4369-94B2-3A528DF121DF}">
      <dsp:nvSpPr>
        <dsp:cNvPr id="0" name=""/>
        <dsp:cNvSpPr/>
      </dsp:nvSpPr>
      <dsp:spPr>
        <a:xfrm>
          <a:off x="2272"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Mentions products, quantity required</a:t>
          </a:r>
        </a:p>
        <a:p>
          <a:pPr marL="114300" lvl="1" indent="-114300" algn="l" defTabSz="622300">
            <a:lnSpc>
              <a:spcPct val="90000"/>
            </a:lnSpc>
            <a:spcBef>
              <a:spcPct val="0"/>
            </a:spcBef>
            <a:spcAft>
              <a:spcPct val="15000"/>
            </a:spcAft>
            <a:buChar char="•"/>
          </a:pPr>
          <a:r>
            <a:rPr lang="en-US" sz="1400" kern="1200" dirty="0"/>
            <a:t>Price</a:t>
          </a:r>
        </a:p>
        <a:p>
          <a:pPr marL="114300" lvl="1" indent="-114300" algn="l" defTabSz="622300">
            <a:lnSpc>
              <a:spcPct val="90000"/>
            </a:lnSpc>
            <a:spcBef>
              <a:spcPct val="0"/>
            </a:spcBef>
            <a:spcAft>
              <a:spcPct val="15000"/>
            </a:spcAft>
            <a:buChar char="•"/>
          </a:pPr>
          <a:r>
            <a:rPr lang="en-US" sz="1400" kern="1200" dirty="0"/>
            <a:t>All details in RFQ</a:t>
          </a:r>
        </a:p>
      </dsp:txBody>
      <dsp:txXfrm>
        <a:off x="45382" y="1511148"/>
        <a:ext cx="2185040" cy="1385669"/>
      </dsp:txXfrm>
    </dsp:sp>
    <dsp:sp modelId="{37913FF1-16A2-4EEB-846E-628DDA85AE12}">
      <dsp:nvSpPr>
        <dsp:cNvPr id="0" name=""/>
        <dsp:cNvSpPr/>
      </dsp:nvSpPr>
      <dsp:spPr>
        <a:xfrm>
          <a:off x="1293526" y="1967594"/>
          <a:ext cx="2425905" cy="2425905"/>
        </a:xfrm>
        <a:prstGeom prst="leftCircularArrow">
          <a:avLst>
            <a:gd name="adj1" fmla="val 2832"/>
            <a:gd name="adj2" fmla="val 345820"/>
            <a:gd name="adj3" fmla="val 2121331"/>
            <a:gd name="adj4" fmla="val 9024489"/>
            <a:gd name="adj5" fmla="val 330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E809815-D8D6-4C90-AC5A-AF0A68B81DB6}">
      <dsp:nvSpPr>
        <dsp:cNvPr id="0" name=""/>
        <dsp:cNvSpPr/>
      </dsp:nvSpPr>
      <dsp:spPr>
        <a:xfrm>
          <a:off x="506996" y="2939928"/>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Creates &amp; Send RFQ</a:t>
          </a:r>
        </a:p>
      </dsp:txBody>
      <dsp:txXfrm>
        <a:off x="530511" y="2963443"/>
        <a:ext cx="1971867" cy="755819"/>
      </dsp:txXfrm>
    </dsp:sp>
    <dsp:sp modelId="{61278F93-7223-41F4-A1C0-93DD888945BC}">
      <dsp:nvSpPr>
        <dsp:cNvPr id="0" name=""/>
        <dsp:cNvSpPr/>
      </dsp:nvSpPr>
      <dsp:spPr>
        <a:xfrm>
          <a:off x="2852988"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7EFB53-0F6B-4BC5-B6AA-ABC8B3656976}">
      <dsp:nvSpPr>
        <dsp:cNvPr id="0" name=""/>
        <dsp:cNvSpPr/>
      </dsp:nvSpPr>
      <dsp:spPr>
        <a:xfrm rot="1061351">
          <a:off x="3886547" y="579721"/>
          <a:ext cx="3300277" cy="3300277"/>
        </a:xfrm>
        <a:prstGeom prst="circularArrow">
          <a:avLst>
            <a:gd name="adj1" fmla="val 2081"/>
            <a:gd name="adj2" fmla="val 249822"/>
            <a:gd name="adj3" fmla="val 18495332"/>
            <a:gd name="adj4" fmla="val 11496175"/>
            <a:gd name="adj5" fmla="val 242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39076B-65B7-4579-9D4B-D1AFE299DA44}">
      <dsp:nvSpPr>
        <dsp:cNvPr id="0" name=""/>
        <dsp:cNvSpPr/>
      </dsp:nvSpPr>
      <dsp:spPr>
        <a:xfrm>
          <a:off x="2983712" y="1912937"/>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Supplier provides quote</a:t>
          </a:r>
        </a:p>
      </dsp:txBody>
      <dsp:txXfrm>
        <a:off x="3007227" y="1936452"/>
        <a:ext cx="1971867" cy="755819"/>
      </dsp:txXfrm>
    </dsp:sp>
    <dsp:sp modelId="{A939D058-D611-403B-B70A-EFD3FE44FE85}">
      <dsp:nvSpPr>
        <dsp:cNvPr id="0" name=""/>
        <dsp:cNvSpPr/>
      </dsp:nvSpPr>
      <dsp:spPr>
        <a:xfrm>
          <a:off x="5703705"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Products ,quantity</a:t>
          </a:r>
        </a:p>
        <a:p>
          <a:pPr marL="114300" lvl="1" indent="-114300" algn="l" defTabSz="622300">
            <a:lnSpc>
              <a:spcPct val="90000"/>
            </a:lnSpc>
            <a:spcBef>
              <a:spcPct val="0"/>
            </a:spcBef>
            <a:spcAft>
              <a:spcPct val="15000"/>
            </a:spcAft>
            <a:buChar char="•"/>
          </a:pPr>
          <a:r>
            <a:rPr lang="en-US" sz="1400" kern="1200" dirty="0"/>
            <a:t>Scheduled date</a:t>
          </a:r>
        </a:p>
        <a:p>
          <a:pPr marL="114300" lvl="1" indent="-114300" algn="l" defTabSz="622300">
            <a:lnSpc>
              <a:spcPct val="90000"/>
            </a:lnSpc>
            <a:spcBef>
              <a:spcPct val="0"/>
            </a:spcBef>
            <a:spcAft>
              <a:spcPct val="15000"/>
            </a:spcAft>
            <a:buChar char="•"/>
          </a:pPr>
          <a:r>
            <a:rPr lang="en-US" sz="1400" kern="1200" dirty="0"/>
            <a:t>Terms</a:t>
          </a:r>
        </a:p>
      </dsp:txBody>
      <dsp:txXfrm>
        <a:off x="5746815" y="1511148"/>
        <a:ext cx="2185040" cy="1385669"/>
      </dsp:txXfrm>
    </dsp:sp>
    <dsp:sp modelId="{E359FCCC-451B-49A1-8E0B-A3714BA69D6C}">
      <dsp:nvSpPr>
        <dsp:cNvPr id="0" name=""/>
        <dsp:cNvSpPr/>
      </dsp:nvSpPr>
      <dsp:spPr>
        <a:xfrm>
          <a:off x="6208430" y="2939928"/>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PO Issued</a:t>
          </a:r>
        </a:p>
      </dsp:txBody>
      <dsp:txXfrm>
        <a:off x="6231945" y="2963443"/>
        <a:ext cx="1971867" cy="7558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353239-861F-42A1-8B87-384245B8173D}">
      <dsp:nvSpPr>
        <dsp:cNvPr id="0" name=""/>
        <dsp:cNvSpPr/>
      </dsp:nvSpPr>
      <dsp:spPr>
        <a:xfrm>
          <a:off x="0" y="-81075"/>
          <a:ext cx="6541770" cy="1695901"/>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1600200">
            <a:lnSpc>
              <a:spcPct val="90000"/>
            </a:lnSpc>
            <a:spcBef>
              <a:spcPct val="0"/>
            </a:spcBef>
            <a:spcAft>
              <a:spcPct val="35000"/>
            </a:spcAft>
            <a:buNone/>
          </a:pPr>
          <a:r>
            <a:rPr lang="en-US" sz="3600" kern="1200" dirty="0"/>
            <a:t>Receive Goods</a:t>
          </a:r>
        </a:p>
        <a:p>
          <a:pPr marL="171450" lvl="1" indent="-171450" algn="l" defTabSz="711200">
            <a:lnSpc>
              <a:spcPct val="90000"/>
            </a:lnSpc>
            <a:spcBef>
              <a:spcPct val="0"/>
            </a:spcBef>
            <a:spcAft>
              <a:spcPct val="15000"/>
            </a:spcAft>
            <a:buChar char="•"/>
          </a:pPr>
          <a:r>
            <a:rPr lang="en-US" sz="1600" kern="1200" dirty="0"/>
            <a:t>GRN created from PO</a:t>
          </a:r>
        </a:p>
        <a:p>
          <a:pPr marL="171450" lvl="1" indent="-171450" algn="l" defTabSz="711200">
            <a:lnSpc>
              <a:spcPct val="90000"/>
            </a:lnSpc>
            <a:spcBef>
              <a:spcPct val="0"/>
            </a:spcBef>
            <a:spcAft>
              <a:spcPct val="15000"/>
            </a:spcAft>
            <a:buChar char="•"/>
          </a:pPr>
          <a:r>
            <a:rPr lang="en-US" sz="1600" kern="1200" dirty="0"/>
            <a:t>Define Unique Serial Numbers for each vehicle</a:t>
          </a:r>
        </a:p>
        <a:p>
          <a:pPr marL="171450" lvl="1" indent="-171450" algn="l" defTabSz="711200">
            <a:lnSpc>
              <a:spcPct val="90000"/>
            </a:lnSpc>
            <a:spcBef>
              <a:spcPct val="0"/>
            </a:spcBef>
            <a:spcAft>
              <a:spcPct val="15000"/>
            </a:spcAft>
            <a:buChar char="•"/>
          </a:pPr>
          <a:r>
            <a:rPr lang="en-US" sz="1600" kern="1200" dirty="0"/>
            <a:t>Validate GRN</a:t>
          </a:r>
        </a:p>
      </dsp:txBody>
      <dsp:txXfrm>
        <a:off x="49671" y="-31404"/>
        <a:ext cx="5042710" cy="1596559"/>
      </dsp:txXfrm>
    </dsp:sp>
    <dsp:sp modelId="{DAFA32A0-3DF6-4685-85D1-D058CA404314}">
      <dsp:nvSpPr>
        <dsp:cNvPr id="0" name=""/>
        <dsp:cNvSpPr/>
      </dsp:nvSpPr>
      <dsp:spPr>
        <a:xfrm>
          <a:off x="577214" y="1662710"/>
          <a:ext cx="6541770" cy="1707600"/>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latin typeface="Century Gothic"/>
              <a:ea typeface="+mn-ea"/>
              <a:cs typeface="+mn-cs"/>
            </a:rPr>
            <a:t>Automated Actions</a:t>
          </a:r>
        </a:p>
        <a:p>
          <a:pPr marL="0" lvl="0" indent="0" algn="l" defTabSz="1600200">
            <a:lnSpc>
              <a:spcPct val="90000"/>
            </a:lnSpc>
            <a:spcBef>
              <a:spcPct val="0"/>
            </a:spcBef>
            <a:spcAft>
              <a:spcPct val="35000"/>
            </a:spcAft>
            <a:buNone/>
          </a:pPr>
          <a:r>
            <a:rPr lang="en-US" sz="1600" kern="1200" dirty="0">
              <a:latin typeface="Century Gothic"/>
              <a:ea typeface="+mn-ea"/>
              <a:cs typeface="+mn-cs"/>
            </a:rPr>
            <a:t>Vehicles created in the fleet module</a:t>
          </a:r>
        </a:p>
        <a:p>
          <a:pPr marL="0" lvl="0" indent="0" algn="l" defTabSz="1600200">
            <a:lnSpc>
              <a:spcPct val="90000"/>
            </a:lnSpc>
            <a:spcBef>
              <a:spcPct val="0"/>
            </a:spcBef>
            <a:spcAft>
              <a:spcPct val="35000"/>
            </a:spcAft>
            <a:buNone/>
          </a:pPr>
          <a:r>
            <a:rPr lang="en-US" sz="1600" kern="1200" dirty="0">
              <a:latin typeface="Century Gothic"/>
              <a:ea typeface="+mn-ea"/>
              <a:cs typeface="+mn-cs"/>
            </a:rPr>
            <a:t>Analytic accounts created for each vehicle</a:t>
          </a:r>
        </a:p>
        <a:p>
          <a:pPr marL="0" lvl="0" indent="0" algn="l" defTabSz="1600200">
            <a:lnSpc>
              <a:spcPct val="90000"/>
            </a:lnSpc>
            <a:spcBef>
              <a:spcPct val="0"/>
            </a:spcBef>
            <a:spcAft>
              <a:spcPct val="35000"/>
            </a:spcAft>
            <a:buNone/>
          </a:pPr>
          <a:r>
            <a:rPr lang="en-US" sz="1600" kern="1200" dirty="0">
              <a:latin typeface="Century Gothic"/>
              <a:ea typeface="+mn-ea"/>
              <a:cs typeface="+mn-cs"/>
            </a:rPr>
            <a:t>Asset document created for each vehicle</a:t>
          </a:r>
        </a:p>
      </dsp:txBody>
      <dsp:txXfrm>
        <a:off x="627228" y="1712724"/>
        <a:ext cx="4972987" cy="1607572"/>
      </dsp:txXfrm>
    </dsp:sp>
    <dsp:sp modelId="{9E23712A-3932-484E-98B9-4BE2D0E21FD1}">
      <dsp:nvSpPr>
        <dsp:cNvPr id="0" name=""/>
        <dsp:cNvSpPr/>
      </dsp:nvSpPr>
      <dsp:spPr>
        <a:xfrm>
          <a:off x="1154429" y="3461477"/>
          <a:ext cx="6541770" cy="1076555"/>
        </a:xfrm>
        <a:prstGeom prst="roundRect">
          <a:avLst>
            <a:gd name="adj" fmla="val 10000"/>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dirty="0"/>
            <a:t>Vendor bill generation</a:t>
          </a:r>
        </a:p>
      </dsp:txBody>
      <dsp:txXfrm>
        <a:off x="1185960" y="3493008"/>
        <a:ext cx="5009953" cy="1013493"/>
      </dsp:txXfrm>
    </dsp:sp>
    <dsp:sp modelId="{A74CB5B9-7955-4CEE-BD7C-6931337EADB0}">
      <dsp:nvSpPr>
        <dsp:cNvPr id="0" name=""/>
        <dsp:cNvSpPr/>
      </dsp:nvSpPr>
      <dsp:spPr>
        <a:xfrm>
          <a:off x="5650230" y="1121205"/>
          <a:ext cx="891540" cy="89154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850826" y="1121205"/>
        <a:ext cx="490348" cy="670884"/>
      </dsp:txXfrm>
    </dsp:sp>
    <dsp:sp modelId="{99B9BC8E-8D0D-42EF-8A89-C599332B2F05}">
      <dsp:nvSpPr>
        <dsp:cNvPr id="0" name=""/>
        <dsp:cNvSpPr/>
      </dsp:nvSpPr>
      <dsp:spPr>
        <a:xfrm>
          <a:off x="6227445" y="2712261"/>
          <a:ext cx="891540" cy="891540"/>
        </a:xfrm>
        <a:prstGeom prst="downArrow">
          <a:avLst>
            <a:gd name="adj1" fmla="val 55000"/>
            <a:gd name="adj2" fmla="val 45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428041" y="2712261"/>
        <a:ext cx="490348" cy="6708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3CBC41-AB7E-4369-94B2-3A528DF121DF}">
      <dsp:nvSpPr>
        <dsp:cNvPr id="0" name=""/>
        <dsp:cNvSpPr/>
      </dsp:nvSpPr>
      <dsp:spPr>
        <a:xfrm>
          <a:off x="2272"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Vehicle Registration</a:t>
          </a:r>
        </a:p>
        <a:p>
          <a:pPr marL="114300" lvl="1" indent="-114300" algn="l" defTabSz="622300">
            <a:lnSpc>
              <a:spcPct val="90000"/>
            </a:lnSpc>
            <a:spcBef>
              <a:spcPct val="0"/>
            </a:spcBef>
            <a:spcAft>
              <a:spcPct val="15000"/>
            </a:spcAft>
            <a:buChar char="•"/>
          </a:pPr>
          <a:r>
            <a:rPr lang="en-US" sz="1400" kern="1200" dirty="0"/>
            <a:t>Approve Vehicle</a:t>
          </a:r>
        </a:p>
      </dsp:txBody>
      <dsp:txXfrm>
        <a:off x="45382" y="1511148"/>
        <a:ext cx="2185040" cy="1385669"/>
      </dsp:txXfrm>
    </dsp:sp>
    <dsp:sp modelId="{37913FF1-16A2-4EEB-846E-628DDA85AE12}">
      <dsp:nvSpPr>
        <dsp:cNvPr id="0" name=""/>
        <dsp:cNvSpPr/>
      </dsp:nvSpPr>
      <dsp:spPr>
        <a:xfrm>
          <a:off x="1293526" y="1967594"/>
          <a:ext cx="2425905" cy="2425905"/>
        </a:xfrm>
        <a:prstGeom prst="leftCircularArrow">
          <a:avLst>
            <a:gd name="adj1" fmla="val 2832"/>
            <a:gd name="adj2" fmla="val 345820"/>
            <a:gd name="adj3" fmla="val 2121331"/>
            <a:gd name="adj4" fmla="val 9024489"/>
            <a:gd name="adj5" fmla="val 330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E809815-D8D6-4C90-AC5A-AF0A68B81DB6}">
      <dsp:nvSpPr>
        <dsp:cNvPr id="0" name=""/>
        <dsp:cNvSpPr/>
      </dsp:nvSpPr>
      <dsp:spPr>
        <a:xfrm>
          <a:off x="506996" y="2939928"/>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Vehicle Registration</a:t>
          </a:r>
        </a:p>
      </dsp:txBody>
      <dsp:txXfrm>
        <a:off x="530511" y="2963443"/>
        <a:ext cx="1971867" cy="755819"/>
      </dsp:txXfrm>
    </dsp:sp>
    <dsp:sp modelId="{61278F93-7223-41F4-A1C0-93DD888945BC}">
      <dsp:nvSpPr>
        <dsp:cNvPr id="0" name=""/>
        <dsp:cNvSpPr/>
      </dsp:nvSpPr>
      <dsp:spPr>
        <a:xfrm>
          <a:off x="2852988"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Create Quotation</a:t>
          </a:r>
        </a:p>
        <a:p>
          <a:pPr marL="114300" lvl="1" indent="-114300" algn="l" defTabSz="622300">
            <a:lnSpc>
              <a:spcPct val="90000"/>
            </a:lnSpc>
            <a:spcBef>
              <a:spcPct val="0"/>
            </a:spcBef>
            <a:spcAft>
              <a:spcPct val="15000"/>
            </a:spcAft>
            <a:buChar char="•"/>
          </a:pPr>
          <a:r>
            <a:rPr lang="en-US" sz="1400" kern="1200" dirty="0"/>
            <a:t>Create Sales Order</a:t>
          </a:r>
        </a:p>
        <a:p>
          <a:pPr marL="114300" lvl="1" indent="-114300" algn="l" defTabSz="622300">
            <a:lnSpc>
              <a:spcPct val="90000"/>
            </a:lnSpc>
            <a:spcBef>
              <a:spcPct val="0"/>
            </a:spcBef>
            <a:spcAft>
              <a:spcPct val="15000"/>
            </a:spcAft>
            <a:buChar char="•"/>
          </a:pPr>
          <a:r>
            <a:rPr lang="en-US" sz="1400" kern="1200" dirty="0"/>
            <a:t>Create Rental Contract</a:t>
          </a:r>
        </a:p>
        <a:p>
          <a:pPr marL="114300" lvl="1" indent="-114300" algn="l" defTabSz="622300">
            <a:lnSpc>
              <a:spcPct val="90000"/>
            </a:lnSpc>
            <a:spcBef>
              <a:spcPct val="0"/>
            </a:spcBef>
            <a:spcAft>
              <a:spcPct val="15000"/>
            </a:spcAft>
            <a:buChar char="•"/>
          </a:pPr>
          <a:r>
            <a:rPr lang="en-US" sz="1400" kern="1200" dirty="0"/>
            <a:t>Receive down payment</a:t>
          </a:r>
        </a:p>
      </dsp:txBody>
      <dsp:txXfrm>
        <a:off x="2896098" y="1912573"/>
        <a:ext cx="2185040" cy="1385669"/>
      </dsp:txXfrm>
    </dsp:sp>
    <dsp:sp modelId="{6B7EFB53-0F6B-4BC5-B6AA-ABC8B3656976}">
      <dsp:nvSpPr>
        <dsp:cNvPr id="0" name=""/>
        <dsp:cNvSpPr/>
      </dsp:nvSpPr>
      <dsp:spPr>
        <a:xfrm rot="846355">
          <a:off x="4386467" y="404217"/>
          <a:ext cx="2466072" cy="2619310"/>
        </a:xfrm>
        <a:prstGeom prst="circularArrow">
          <a:avLst>
            <a:gd name="adj1" fmla="val 2535"/>
            <a:gd name="adj2" fmla="val 307519"/>
            <a:gd name="adj3" fmla="val 19622094"/>
            <a:gd name="adj4" fmla="val 12680634"/>
            <a:gd name="adj5" fmla="val 2958"/>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39076B-65B7-4579-9D4B-D1AFE299DA44}">
      <dsp:nvSpPr>
        <dsp:cNvPr id="0" name=""/>
        <dsp:cNvSpPr/>
      </dsp:nvSpPr>
      <dsp:spPr>
        <a:xfrm>
          <a:off x="3364698" y="998540"/>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Quotation &amp; Rental</a:t>
          </a:r>
        </a:p>
      </dsp:txBody>
      <dsp:txXfrm>
        <a:off x="3388213" y="1022055"/>
        <a:ext cx="1971867" cy="755819"/>
      </dsp:txXfrm>
    </dsp:sp>
    <dsp:sp modelId="{A939D058-D611-403B-B70A-EFD3FE44FE85}">
      <dsp:nvSpPr>
        <dsp:cNvPr id="0" name=""/>
        <dsp:cNvSpPr/>
      </dsp:nvSpPr>
      <dsp:spPr>
        <a:xfrm>
          <a:off x="5703705" y="1468038"/>
          <a:ext cx="2271260" cy="1873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14300" lvl="1" indent="-114300" algn="l" defTabSz="622300">
            <a:lnSpc>
              <a:spcPct val="90000"/>
            </a:lnSpc>
            <a:spcBef>
              <a:spcPct val="0"/>
            </a:spcBef>
            <a:spcAft>
              <a:spcPct val="15000"/>
            </a:spcAft>
            <a:buChar char="•"/>
          </a:pPr>
          <a:r>
            <a:rPr lang="en-US" sz="1400" kern="1200" dirty="0"/>
            <a:t>Create Invoices</a:t>
          </a:r>
        </a:p>
        <a:p>
          <a:pPr marL="114300" lvl="1" indent="-114300" algn="l" defTabSz="622300">
            <a:lnSpc>
              <a:spcPct val="90000"/>
            </a:lnSpc>
            <a:spcBef>
              <a:spcPct val="0"/>
            </a:spcBef>
            <a:spcAft>
              <a:spcPct val="15000"/>
            </a:spcAft>
            <a:buChar char="•"/>
          </a:pPr>
          <a:r>
            <a:rPr lang="en-US" sz="1400" kern="1200" dirty="0"/>
            <a:t>Record defects</a:t>
          </a:r>
        </a:p>
        <a:p>
          <a:pPr marL="114300" lvl="1" indent="-114300" algn="l" defTabSz="622300">
            <a:lnSpc>
              <a:spcPct val="90000"/>
            </a:lnSpc>
            <a:spcBef>
              <a:spcPct val="0"/>
            </a:spcBef>
            <a:spcAft>
              <a:spcPct val="15000"/>
            </a:spcAft>
            <a:buChar char="•"/>
          </a:pPr>
          <a:r>
            <a:rPr lang="en-US" sz="1400" kern="1200" dirty="0"/>
            <a:t>Record  additional Expenses</a:t>
          </a:r>
        </a:p>
        <a:p>
          <a:pPr marL="114300" lvl="1" indent="-114300" algn="l" defTabSz="622300">
            <a:lnSpc>
              <a:spcPct val="90000"/>
            </a:lnSpc>
            <a:spcBef>
              <a:spcPct val="0"/>
            </a:spcBef>
            <a:spcAft>
              <a:spcPct val="15000"/>
            </a:spcAft>
            <a:buChar char="•"/>
          </a:pPr>
          <a:r>
            <a:rPr lang="en-US" sz="1400" kern="1200" dirty="0"/>
            <a:t>Close Rental</a:t>
          </a:r>
        </a:p>
      </dsp:txBody>
      <dsp:txXfrm>
        <a:off x="5746815" y="1511148"/>
        <a:ext cx="2185040" cy="1385669"/>
      </dsp:txXfrm>
    </dsp:sp>
    <dsp:sp modelId="{E359FCCC-451B-49A1-8E0B-A3714BA69D6C}">
      <dsp:nvSpPr>
        <dsp:cNvPr id="0" name=""/>
        <dsp:cNvSpPr/>
      </dsp:nvSpPr>
      <dsp:spPr>
        <a:xfrm>
          <a:off x="6208430" y="2939928"/>
          <a:ext cx="2018897" cy="8028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Close Rental</a:t>
          </a:r>
        </a:p>
      </dsp:txBody>
      <dsp:txXfrm>
        <a:off x="6231945" y="2963443"/>
        <a:ext cx="1971867" cy="75581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a:prstGeom prst="rect">
            <a:avLst/>
          </a:prstGeom>
        </p:spPr>
        <p:txBody>
          <a:bodyPr anchor="b"/>
          <a:lstStyle>
            <a:lvl1pPr algn="ctr">
              <a:defRPr sz="6614"/>
            </a:lvl1pPr>
          </a:lstStyle>
          <a:p>
            <a:r>
              <a:rPr lang="en-US"/>
              <a:t>Click to edit Master title style</a:t>
            </a:r>
            <a:endParaRPr lang="en-US" dirty="0"/>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spTree>
    <p:extLst>
      <p:ext uri="{BB962C8B-B14F-4D97-AF65-F5344CB8AC3E}">
        <p14:creationId xmlns:p14="http://schemas.microsoft.com/office/powerpoint/2010/main" val="327916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pic>
        <p:nvPicPr>
          <p:cNvPr id="7" name="Picture 6">
            <a:extLst>
              <a:ext uri="{FF2B5EF4-FFF2-40B4-BE49-F238E27FC236}">
                <a16:creationId xmlns:a16="http://schemas.microsoft.com/office/drawing/2014/main" id="{2040F898-92A5-403E-B868-31A2430EA991}"/>
              </a:ext>
            </a:extLst>
          </p:cNvPr>
          <p:cNvPicPr>
            <a:picLocks noChangeAspect="1"/>
          </p:cNvPicPr>
          <p:nvPr/>
        </p:nvPicPr>
        <p:blipFill>
          <a:blip r:embed="rId2"/>
          <a:stretch>
            <a:fillRect/>
          </a:stretch>
        </p:blipFill>
        <p:spPr>
          <a:xfrm>
            <a:off x="9022670" y="1705824"/>
            <a:ext cx="787400" cy="38100"/>
          </a:xfrm>
          <a:prstGeom prst="rect">
            <a:avLst/>
          </a:prstGeom>
        </p:spPr>
      </p:pic>
    </p:spTree>
    <p:extLst>
      <p:ext uri="{BB962C8B-B14F-4D97-AF65-F5344CB8AC3E}">
        <p14:creationId xmlns:p14="http://schemas.microsoft.com/office/powerpoint/2010/main" val="1926090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a:prstGeom prst="rect">
            <a:avLst/>
          </a:prstGeom>
        </p:spPr>
        <p:txBody>
          <a:bodyPr anchor="b"/>
          <a:lstStyle>
            <a:lvl1pPr>
              <a:defRPr sz="6614"/>
            </a:lvl1pPr>
          </a:lstStyle>
          <a:p>
            <a:r>
              <a:rPr lang="en-US"/>
              <a:t>Click to edit Master title style</a:t>
            </a:r>
            <a:endParaRPr lang="en-US" dirty="0"/>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spTree>
    <p:extLst>
      <p:ext uri="{BB962C8B-B14F-4D97-AF65-F5344CB8AC3E}">
        <p14:creationId xmlns:p14="http://schemas.microsoft.com/office/powerpoint/2010/main" val="224580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35062" y="2012414"/>
            <a:ext cx="4544021" cy="4796544"/>
          </a:xfrm>
        </p:spPr>
        <p:txBody>
          <a:bodyPr/>
          <a:lstStyle>
            <a:lvl1pPr>
              <a:defRPr>
                <a:solidFill>
                  <a:srgbClr val="023E73"/>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12730" y="2012414"/>
            <a:ext cx="4544021" cy="4796544"/>
          </a:xfrm>
        </p:spPr>
        <p:txBody>
          <a:bodyPr/>
          <a:lstStyle>
            <a:lvl1pPr>
              <a:defRPr>
                <a:solidFill>
                  <a:srgbClr val="023E73"/>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BC2C4B1-CFC7-5E43-A0AE-F8DFA15EAEBC}" type="slidenum">
              <a:rPr lang="x-none" smtClean="0"/>
              <a:pPr/>
              <a:t>‹#›</a:t>
            </a:fld>
            <a:endParaRPr lang="x-none"/>
          </a:p>
        </p:txBody>
      </p:sp>
      <p:pic>
        <p:nvPicPr>
          <p:cNvPr id="8" name="Picture 7">
            <a:extLst>
              <a:ext uri="{FF2B5EF4-FFF2-40B4-BE49-F238E27FC236}">
                <a16:creationId xmlns:a16="http://schemas.microsoft.com/office/drawing/2014/main" id="{A63C97A1-BB17-4357-8D49-F7DA94BBDB9A}"/>
              </a:ext>
            </a:extLst>
          </p:cNvPr>
          <p:cNvPicPr>
            <a:picLocks noChangeAspect="1"/>
          </p:cNvPicPr>
          <p:nvPr/>
        </p:nvPicPr>
        <p:blipFill>
          <a:blip r:embed="rId2"/>
          <a:stretch>
            <a:fillRect/>
          </a:stretch>
        </p:blipFill>
        <p:spPr>
          <a:xfrm>
            <a:off x="9022670" y="1705824"/>
            <a:ext cx="787400" cy="38100"/>
          </a:xfrm>
          <a:prstGeom prst="rect">
            <a:avLst/>
          </a:prstGeom>
        </p:spPr>
      </p:pic>
      <p:sp>
        <p:nvSpPr>
          <p:cNvPr id="9" name="Title 1">
            <a:extLst>
              <a:ext uri="{FF2B5EF4-FFF2-40B4-BE49-F238E27FC236}">
                <a16:creationId xmlns:a16="http://schemas.microsoft.com/office/drawing/2014/main" id="{9B0656FC-3A53-4693-A9E3-DEE5BAF59355}"/>
              </a:ext>
            </a:extLst>
          </p:cNvPr>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240092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736456" y="2761381"/>
            <a:ext cx="4523137" cy="4061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5412731" y="2761381"/>
            <a:ext cx="4545413" cy="4061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4BC2C4B1-CFC7-5E43-A0AE-F8DFA15EAEBC}" type="slidenum">
              <a:rPr lang="x-none" smtClean="0"/>
              <a:pPr/>
              <a:t>‹#›</a:t>
            </a:fld>
            <a:endParaRPr lang="x-none"/>
          </a:p>
        </p:txBody>
      </p:sp>
      <p:pic>
        <p:nvPicPr>
          <p:cNvPr id="10" name="Picture 9">
            <a:extLst>
              <a:ext uri="{FF2B5EF4-FFF2-40B4-BE49-F238E27FC236}">
                <a16:creationId xmlns:a16="http://schemas.microsoft.com/office/drawing/2014/main" id="{2DC5F7DF-7096-469C-8EA0-E0C1930E3850}"/>
              </a:ext>
            </a:extLst>
          </p:cNvPr>
          <p:cNvPicPr>
            <a:picLocks noChangeAspect="1"/>
          </p:cNvPicPr>
          <p:nvPr/>
        </p:nvPicPr>
        <p:blipFill>
          <a:blip r:embed="rId2"/>
          <a:stretch>
            <a:fillRect/>
          </a:stretch>
        </p:blipFill>
        <p:spPr>
          <a:xfrm>
            <a:off x="9022670" y="1705824"/>
            <a:ext cx="787400" cy="38100"/>
          </a:xfrm>
          <a:prstGeom prst="rect">
            <a:avLst/>
          </a:prstGeom>
        </p:spPr>
      </p:pic>
      <p:sp>
        <p:nvSpPr>
          <p:cNvPr id="11" name="Title 1">
            <a:extLst>
              <a:ext uri="{FF2B5EF4-FFF2-40B4-BE49-F238E27FC236}">
                <a16:creationId xmlns:a16="http://schemas.microsoft.com/office/drawing/2014/main" id="{D658E385-EB97-48DF-9EAC-8605AFB795AD}"/>
              </a:ext>
            </a:extLst>
          </p:cNvPr>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938362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4BC2C4B1-CFC7-5E43-A0AE-F8DFA15EAEBC}" type="slidenum">
              <a:rPr lang="x-none" smtClean="0"/>
              <a:pPr/>
              <a:t>‹#›</a:t>
            </a:fld>
            <a:endParaRPr lang="x-none"/>
          </a:p>
        </p:txBody>
      </p:sp>
      <p:pic>
        <p:nvPicPr>
          <p:cNvPr id="6" name="Picture 5">
            <a:extLst>
              <a:ext uri="{FF2B5EF4-FFF2-40B4-BE49-F238E27FC236}">
                <a16:creationId xmlns:a16="http://schemas.microsoft.com/office/drawing/2014/main" id="{770E3904-9EF5-4712-8082-8FF09EF87251}"/>
              </a:ext>
            </a:extLst>
          </p:cNvPr>
          <p:cNvPicPr>
            <a:picLocks noChangeAspect="1"/>
          </p:cNvPicPr>
          <p:nvPr/>
        </p:nvPicPr>
        <p:blipFill>
          <a:blip r:embed="rId2"/>
          <a:stretch>
            <a:fillRect/>
          </a:stretch>
        </p:blipFill>
        <p:spPr>
          <a:xfrm>
            <a:off x="9022670" y="1705824"/>
            <a:ext cx="787400" cy="38100"/>
          </a:xfrm>
          <a:prstGeom prst="rect">
            <a:avLst/>
          </a:prstGeom>
        </p:spPr>
      </p:pic>
      <p:sp>
        <p:nvSpPr>
          <p:cNvPr id="7" name="Title 1">
            <a:extLst>
              <a:ext uri="{FF2B5EF4-FFF2-40B4-BE49-F238E27FC236}">
                <a16:creationId xmlns:a16="http://schemas.microsoft.com/office/drawing/2014/main" id="{92CD9A12-FB50-4CBA-972E-2C4AD205355B}"/>
              </a:ext>
            </a:extLst>
          </p:cNvPr>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032184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4BC2C4B1-CFC7-5E43-A0AE-F8DFA15EAEBC}" type="slidenum">
              <a:rPr lang="x-none" smtClean="0"/>
              <a:pPr/>
              <a:t>‹#›</a:t>
            </a:fld>
            <a:endParaRPr lang="x-none"/>
          </a:p>
        </p:txBody>
      </p:sp>
    </p:spTree>
    <p:extLst>
      <p:ext uri="{BB962C8B-B14F-4D97-AF65-F5344CB8AC3E}">
        <p14:creationId xmlns:p14="http://schemas.microsoft.com/office/powerpoint/2010/main" val="360359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740228"/>
            <a:ext cx="3448388" cy="1527673"/>
          </a:xfrm>
          <a:prstGeom prst="rect">
            <a:avLst/>
          </a:prstGeom>
        </p:spPr>
        <p:txBody>
          <a:bodyPr anchor="b"/>
          <a:lstStyle>
            <a:lvl1pPr>
              <a:defRPr sz="3527"/>
            </a:lvl1pPr>
          </a:lstStyle>
          <a:p>
            <a:r>
              <a:rPr lang="en-US"/>
              <a:t>Click to edit Master title style</a:t>
            </a:r>
            <a:endParaRPr lang="en-US" dirty="0"/>
          </a:p>
        </p:txBody>
      </p:sp>
      <p:sp>
        <p:nvSpPr>
          <p:cNvPr id="3" name="Content Placeholder 2"/>
          <p:cNvSpPr>
            <a:spLocks noGrp="1"/>
          </p:cNvSpPr>
          <p:nvPr>
            <p:ph idx="1"/>
          </p:nvPr>
        </p:nvSpPr>
        <p:spPr>
          <a:xfrm>
            <a:off x="4545413" y="1088455"/>
            <a:ext cx="5412730" cy="5372269"/>
          </a:xfrm>
        </p:spPr>
        <p:txBody>
          <a:bodyPr/>
          <a:lstStyle>
            <a:lvl1pPr>
              <a:defRPr lang="en-US" sz="3527" kern="1200" baseline="0" dirty="0" smtClean="0">
                <a:solidFill>
                  <a:srgbClr val="023E73"/>
                </a:solidFill>
                <a:latin typeface="+mj-lt"/>
                <a:ea typeface="+mj-ea"/>
                <a:cs typeface="+mj-cs"/>
              </a:defRPr>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BC2C4B1-CFC7-5E43-A0AE-F8DFA15EAEBC}" type="slidenum">
              <a:rPr lang="x-none" smtClean="0"/>
              <a:pPr/>
              <a:t>‹#›</a:t>
            </a:fld>
            <a:endParaRPr lang="x-none"/>
          </a:p>
        </p:txBody>
      </p:sp>
      <p:pic>
        <p:nvPicPr>
          <p:cNvPr id="8" name="Picture 7">
            <a:extLst>
              <a:ext uri="{FF2B5EF4-FFF2-40B4-BE49-F238E27FC236}">
                <a16:creationId xmlns:a16="http://schemas.microsoft.com/office/drawing/2014/main" id="{FBDF4D44-CF93-43A8-A7AE-62752A40B90A}"/>
              </a:ext>
            </a:extLst>
          </p:cNvPr>
          <p:cNvPicPr>
            <a:picLocks noChangeAspect="1"/>
          </p:cNvPicPr>
          <p:nvPr/>
        </p:nvPicPr>
        <p:blipFill>
          <a:blip r:embed="rId2"/>
          <a:stretch>
            <a:fillRect/>
          </a:stretch>
        </p:blipFill>
        <p:spPr>
          <a:xfrm>
            <a:off x="3397443" y="2183026"/>
            <a:ext cx="787400" cy="38100"/>
          </a:xfrm>
          <a:prstGeom prst="rect">
            <a:avLst/>
          </a:prstGeom>
        </p:spPr>
      </p:pic>
    </p:spTree>
    <p:extLst>
      <p:ext uri="{BB962C8B-B14F-4D97-AF65-F5344CB8AC3E}">
        <p14:creationId xmlns:p14="http://schemas.microsoft.com/office/powerpoint/2010/main" val="543702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783770"/>
            <a:ext cx="3448388" cy="1484131"/>
          </a:xfrm>
          <a:prstGeom prst="rect">
            <a:avLst/>
          </a:prstGeom>
        </p:spPr>
        <p:txBody>
          <a:bodyPr anchor="b"/>
          <a:lstStyle>
            <a:lvl1pPr>
              <a:defRPr sz="3527"/>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5413" y="1088455"/>
            <a:ext cx="5412730" cy="5372269"/>
          </a:xfrm>
        </p:spPr>
        <p:txBody>
          <a:bodyPr anchor="t">
            <a:normAutofit/>
          </a:bodyPr>
          <a:lstStyle>
            <a:lvl1pPr marL="0" indent="0">
              <a:buNone/>
              <a:defRPr lang="en-US" sz="3527" kern="1200" baseline="0" dirty="0">
                <a:solidFill>
                  <a:srgbClr val="023E73"/>
                </a:solidFill>
                <a:latin typeface="+mj-lt"/>
                <a:ea typeface="+mj-ea"/>
                <a:cs typeface="+mj-cs"/>
              </a:defRPr>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en-US" dirty="0"/>
              <a:t>Click icon to add picture</a:t>
            </a:r>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Click to edit Master text styles</a:t>
            </a:r>
          </a:p>
        </p:txBody>
      </p:sp>
      <p:sp>
        <p:nvSpPr>
          <p:cNvPr id="5" name="Date Placeholder 4"/>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BC2C4B1-CFC7-5E43-A0AE-F8DFA15EAEBC}" type="slidenum">
              <a:rPr lang="x-none" smtClean="0"/>
              <a:pPr/>
              <a:t>‹#›</a:t>
            </a:fld>
            <a:endParaRPr lang="x-none"/>
          </a:p>
        </p:txBody>
      </p:sp>
      <p:pic>
        <p:nvPicPr>
          <p:cNvPr id="8" name="Picture 7">
            <a:extLst>
              <a:ext uri="{FF2B5EF4-FFF2-40B4-BE49-F238E27FC236}">
                <a16:creationId xmlns:a16="http://schemas.microsoft.com/office/drawing/2014/main" id="{A5BA2A3B-35C4-404E-9977-2A4C8D2D609B}"/>
              </a:ext>
            </a:extLst>
          </p:cNvPr>
          <p:cNvPicPr>
            <a:picLocks noChangeAspect="1"/>
          </p:cNvPicPr>
          <p:nvPr/>
        </p:nvPicPr>
        <p:blipFill>
          <a:blip r:embed="rId2"/>
          <a:stretch>
            <a:fillRect/>
          </a:stretch>
        </p:blipFill>
        <p:spPr>
          <a:xfrm>
            <a:off x="3397443" y="2183026"/>
            <a:ext cx="787400" cy="38100"/>
          </a:xfrm>
          <a:prstGeom prst="rect">
            <a:avLst/>
          </a:prstGeom>
        </p:spPr>
      </p:pic>
    </p:spTree>
    <p:extLst>
      <p:ext uri="{BB962C8B-B14F-4D97-AF65-F5344CB8AC3E}">
        <p14:creationId xmlns:p14="http://schemas.microsoft.com/office/powerpoint/2010/main" val="3675445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pic>
        <p:nvPicPr>
          <p:cNvPr id="7" name="Picture 6">
            <a:extLst>
              <a:ext uri="{FF2B5EF4-FFF2-40B4-BE49-F238E27FC236}">
                <a16:creationId xmlns:a16="http://schemas.microsoft.com/office/drawing/2014/main" id="{DA718C01-6E42-46BE-BEAC-A1841E24D1F9}"/>
              </a:ext>
            </a:extLst>
          </p:cNvPr>
          <p:cNvPicPr>
            <a:picLocks noChangeAspect="1"/>
          </p:cNvPicPr>
          <p:nvPr/>
        </p:nvPicPr>
        <p:blipFill>
          <a:blip r:embed="rId2"/>
          <a:stretch>
            <a:fillRect/>
          </a:stretch>
        </p:blipFill>
        <p:spPr>
          <a:xfrm>
            <a:off x="9022670" y="1705824"/>
            <a:ext cx="787400" cy="38100"/>
          </a:xfrm>
          <a:prstGeom prst="rect">
            <a:avLst/>
          </a:prstGeom>
        </p:spPr>
      </p:pic>
      <p:sp>
        <p:nvSpPr>
          <p:cNvPr id="8" name="Title 1">
            <a:extLst>
              <a:ext uri="{FF2B5EF4-FFF2-40B4-BE49-F238E27FC236}">
                <a16:creationId xmlns:a16="http://schemas.microsoft.com/office/drawing/2014/main" id="{F46AAEB7-85D7-4AB7-8FA5-716268AF8E60}"/>
              </a:ext>
            </a:extLst>
          </p:cNvPr>
          <p:cNvSpPr>
            <a:spLocks noGrp="1"/>
          </p:cNvSpPr>
          <p:nvPr>
            <p:ph type="title"/>
          </p:nvPr>
        </p:nvSpPr>
        <p:spPr>
          <a:xfrm>
            <a:off x="1843313" y="286372"/>
            <a:ext cx="7953783" cy="1461188"/>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972600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35063" y="402483"/>
            <a:ext cx="6782619" cy="6406475"/>
          </a:xfrm>
        </p:spPr>
        <p:txBody>
          <a:bodyPr vert="eaVert"/>
          <a:lstStyle>
            <a:lvl1pPr>
              <a:defRPr>
                <a:solidFill>
                  <a:srgbClr val="023E73"/>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54E02D-CD24-0C4A-B5FF-3E09BE2ED15C}" type="datetimeFigureOut">
              <a:rPr lang="x-none" smtClean="0"/>
              <a:pPr/>
              <a:t>2/15/2024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BC2C4B1-CFC7-5E43-A0AE-F8DFA15EAEBC}" type="slidenum">
              <a:rPr lang="x-none" smtClean="0"/>
              <a:pPr/>
              <a:t>‹#›</a:t>
            </a:fld>
            <a:endParaRPr lang="x-none"/>
          </a:p>
        </p:txBody>
      </p:sp>
    </p:spTree>
    <p:extLst>
      <p:ext uri="{BB962C8B-B14F-4D97-AF65-F5344CB8AC3E}">
        <p14:creationId xmlns:p14="http://schemas.microsoft.com/office/powerpoint/2010/main" val="1556358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5754E02D-CD24-0C4A-B5FF-3E09BE2ED15C}" type="datetimeFigureOut">
              <a:rPr lang="x-none" smtClean="0"/>
              <a:pPr/>
              <a:t>2/15/2024</a:t>
            </a:fld>
            <a:endParaRPr lang="x-none"/>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4BC2C4B1-CFC7-5E43-A0AE-F8DFA15EAEBC}" type="slidenum">
              <a:rPr lang="x-none" smtClean="0"/>
              <a:pPr/>
              <a:t>‹#›</a:t>
            </a:fld>
            <a:endParaRPr lang="x-none"/>
          </a:p>
        </p:txBody>
      </p:sp>
      <p:pic>
        <p:nvPicPr>
          <p:cNvPr id="7" name="Picture 6">
            <a:extLst>
              <a:ext uri="{FF2B5EF4-FFF2-40B4-BE49-F238E27FC236}">
                <a16:creationId xmlns:a16="http://schemas.microsoft.com/office/drawing/2014/main" id="{8C805F7C-C0E3-4BA7-92F8-7EDC499C3AB6}"/>
              </a:ext>
            </a:extLst>
          </p:cNvPr>
          <p:cNvPicPr>
            <a:picLocks noChangeAspect="1"/>
          </p:cNvPicPr>
          <p:nvPr/>
        </p:nvPicPr>
        <p:blipFill>
          <a:blip r:embed="rId13"/>
          <a:stretch>
            <a:fillRect/>
          </a:stretch>
        </p:blipFill>
        <p:spPr>
          <a:xfrm>
            <a:off x="0" y="0"/>
            <a:ext cx="2667000" cy="1117600"/>
          </a:xfrm>
          <a:prstGeom prst="rect">
            <a:avLst/>
          </a:prstGeom>
        </p:spPr>
      </p:pic>
      <p:pic>
        <p:nvPicPr>
          <p:cNvPr id="8" name="Picture 7">
            <a:extLst>
              <a:ext uri="{FF2B5EF4-FFF2-40B4-BE49-F238E27FC236}">
                <a16:creationId xmlns:a16="http://schemas.microsoft.com/office/drawing/2014/main" id="{0D15662D-EC9D-4D13-BB57-8A6A2ACEB61A}"/>
              </a:ext>
            </a:extLst>
          </p:cNvPr>
          <p:cNvPicPr>
            <a:picLocks noChangeAspect="1"/>
          </p:cNvPicPr>
          <p:nvPr/>
        </p:nvPicPr>
        <p:blipFill>
          <a:blip r:embed="rId14"/>
          <a:stretch>
            <a:fillRect/>
          </a:stretch>
        </p:blipFill>
        <p:spPr>
          <a:xfrm>
            <a:off x="8126413" y="6480175"/>
            <a:ext cx="2565400" cy="1079500"/>
          </a:xfrm>
          <a:prstGeom prst="rect">
            <a:avLst/>
          </a:prstGeom>
        </p:spPr>
      </p:pic>
    </p:spTree>
    <p:extLst>
      <p:ext uri="{BB962C8B-B14F-4D97-AF65-F5344CB8AC3E}">
        <p14:creationId xmlns:p14="http://schemas.microsoft.com/office/powerpoint/2010/main" val="23447018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16_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microsoft.com/office/2018/10/relationships/comments" Target="../comments/modernComment_119_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microsoft.com/office/2018/10/relationships/comments" Target="../comments/modernComment_122_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microsoft.com/office/2018/10/relationships/comments" Target="../comments/modernComment_12E_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microsoft.com/office/2018/10/relationships/comments" Target="../comments/modernComment_156_284164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microsoft.com/office/2018/10/relationships/comments" Target="../comments/modernComment_162_30D28D8B.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Rental ERP</a:t>
            </a:r>
          </a:p>
        </p:txBody>
      </p:sp>
      <p:sp>
        <p:nvSpPr>
          <p:cNvPr id="3" name="Subtitle 2"/>
          <p:cNvSpPr>
            <a:spLocks noGrp="1"/>
          </p:cNvSpPr>
          <p:nvPr>
            <p:ph type="subTitle" idx="1"/>
          </p:nvPr>
        </p:nvSpPr>
        <p:spPr/>
        <p:txBody>
          <a:bodyPr/>
          <a:lstStyle/>
          <a:p>
            <a:r>
              <a:rPr lang="en-US" dirty="0"/>
              <a:t>Zaeem Solutions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26306" y="579437"/>
            <a:ext cx="9088041" cy="1260287"/>
          </a:xfrm>
        </p:spPr>
        <p:txBody>
          <a:bodyPr/>
          <a:lstStyle/>
          <a:p>
            <a:r>
              <a:rPr lang="en-US" dirty="0"/>
              <a:t>Introduction</a:t>
            </a:r>
          </a:p>
        </p:txBody>
      </p:sp>
      <p:sp>
        <p:nvSpPr>
          <p:cNvPr id="5" name="Subtitle 2"/>
          <p:cNvSpPr>
            <a:spLocks noGrp="1"/>
          </p:cNvSpPr>
          <p:nvPr>
            <p:ph type="subTitle" idx="1"/>
          </p:nvPr>
        </p:nvSpPr>
        <p:spPr>
          <a:xfrm>
            <a:off x="926306" y="2941637"/>
            <a:ext cx="8018860" cy="1905000"/>
          </a:xfrm>
        </p:spPr>
        <p:txBody>
          <a:bodyPr>
            <a:normAutofit/>
          </a:bodyPr>
          <a:lstStyle/>
          <a:p>
            <a:pPr algn="l">
              <a:buFont typeface="Arial" pitchFamily="34" charset="0"/>
              <a:buChar char="•"/>
            </a:pPr>
            <a:endParaRPr lang="en-US" sz="2400" dirty="0"/>
          </a:p>
          <a:p>
            <a:pPr algn="l">
              <a:buFont typeface="Arial" pitchFamily="34" charset="0"/>
              <a:buChar char="•"/>
            </a:pPr>
            <a:endParaRPr lang="en-US" sz="2300" dirty="0"/>
          </a:p>
          <a:p>
            <a:pPr algn="l">
              <a:buFont typeface="Arial" pitchFamily="34" charset="0"/>
              <a:buChar char="•"/>
            </a:pPr>
            <a:endParaRPr lang="en-US" dirty="0"/>
          </a:p>
        </p:txBody>
      </p:sp>
      <p:sp>
        <p:nvSpPr>
          <p:cNvPr id="6" name="Subtitle 2"/>
          <p:cNvSpPr txBox="1">
            <a:spLocks/>
          </p:cNvSpPr>
          <p:nvPr/>
        </p:nvSpPr>
        <p:spPr>
          <a:xfrm>
            <a:off x="697706" y="2027237"/>
            <a:ext cx="8018860" cy="3733800"/>
          </a:xfrm>
          <a:prstGeom prst="rect">
            <a:avLst/>
          </a:prstGeom>
        </p:spPr>
        <p:txBody>
          <a:bodyPr vert="horz" lIns="91440" tIns="45720" rIns="91440" bIns="45720" rtlCol="0">
            <a:normAutofit fontScale="85000" lnSpcReduction="20000"/>
          </a:bodyPr>
          <a:lstStyle/>
          <a:p>
            <a:pPr marL="0" marR="0" lvl="0" indent="0" algn="l" defTabSz="1007943" rtl="0" eaLnBrk="1" fontAlgn="auto" latinLnBrk="0" hangingPunct="1">
              <a:lnSpc>
                <a:spcPct val="90000"/>
              </a:lnSpc>
              <a:spcBef>
                <a:spcPts val="1102"/>
              </a:spcBef>
              <a:spcAft>
                <a:spcPts val="0"/>
              </a:spcAft>
              <a:buClrTx/>
              <a:buSzTx/>
              <a:tabLst/>
              <a:defRPr/>
            </a:pPr>
            <a:r>
              <a:rPr lang="en-US" sz="2000" dirty="0">
                <a:solidFill>
                  <a:srgbClr val="023E73"/>
                </a:solidFill>
              </a:rPr>
              <a:t>This document details the features and functionalities of Rental ERP.</a:t>
            </a:r>
          </a:p>
          <a:p>
            <a:pPr marL="0" marR="0" lvl="0" indent="0" algn="l" defTabSz="1007943" rtl="0" eaLnBrk="1" fontAlgn="auto" latinLnBrk="0" hangingPunct="1">
              <a:lnSpc>
                <a:spcPct val="90000"/>
              </a:lnSpc>
              <a:spcBef>
                <a:spcPts val="1102"/>
              </a:spcBef>
              <a:spcAft>
                <a:spcPts val="0"/>
              </a:spcAft>
              <a:buClrTx/>
              <a:buSzTx/>
              <a:tabLst/>
              <a:defRPr/>
            </a:pPr>
            <a:r>
              <a:rPr kumimoji="0" lang="en-US" sz="2000" b="0" i="0" u="none" strike="noStrike" kern="1200" cap="none" spc="0" normalizeH="0" baseline="0" noProof="0" dirty="0">
                <a:ln>
                  <a:noFill/>
                </a:ln>
                <a:solidFill>
                  <a:srgbClr val="023E73"/>
                </a:solidFill>
                <a:effectLst/>
                <a:uLnTx/>
                <a:uFillTx/>
                <a:latin typeface="+mn-lt"/>
                <a:ea typeface="+mn-ea"/>
                <a:cs typeface="+mn-cs"/>
              </a:rPr>
              <a:t>An</a:t>
            </a:r>
            <a:r>
              <a:rPr kumimoji="0" lang="en-US" sz="2000" b="0" i="0" u="none" strike="noStrike" kern="1200" cap="none" spc="0" normalizeH="0" noProof="0" dirty="0">
                <a:ln>
                  <a:noFill/>
                </a:ln>
                <a:solidFill>
                  <a:srgbClr val="023E73"/>
                </a:solidFill>
                <a:effectLst/>
                <a:uLnTx/>
                <a:uFillTx/>
                <a:latin typeface="+mn-lt"/>
                <a:ea typeface="+mn-ea"/>
                <a:cs typeface="+mn-cs"/>
              </a:rPr>
              <a:t> ERP solution designed for rental management companies to handle the day-to-day operations such as </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2000" baseline="0" dirty="0">
                <a:solidFill>
                  <a:srgbClr val="023E73"/>
                </a:solidFill>
              </a:rPr>
              <a:t>Rental</a:t>
            </a:r>
            <a:r>
              <a:rPr lang="en-US" sz="2000" dirty="0">
                <a:solidFill>
                  <a:srgbClr val="023E73"/>
                </a:solidFill>
              </a:rPr>
              <a:t> Management</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rgbClr val="023E73"/>
                </a:solidFill>
                <a:effectLst/>
                <a:uLnTx/>
                <a:uFillTx/>
                <a:latin typeface="+mn-lt"/>
                <a:ea typeface="+mn-ea"/>
                <a:cs typeface="+mn-cs"/>
              </a:rPr>
              <a:t>Fleet</a:t>
            </a:r>
            <a:r>
              <a:rPr kumimoji="0" lang="en-US" sz="2000" b="0" i="0" u="none" strike="noStrike" kern="1200" cap="none" spc="0" normalizeH="0" noProof="0" dirty="0">
                <a:ln>
                  <a:noFill/>
                </a:ln>
                <a:solidFill>
                  <a:srgbClr val="023E73"/>
                </a:solidFill>
                <a:effectLst/>
                <a:uLnTx/>
                <a:uFillTx/>
                <a:latin typeface="+mn-lt"/>
                <a:ea typeface="+mn-ea"/>
                <a:cs typeface="+mn-cs"/>
              </a:rPr>
              <a:t> Management</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2000" baseline="0" dirty="0">
                <a:solidFill>
                  <a:srgbClr val="023E73"/>
                </a:solidFill>
              </a:rPr>
              <a:t>Accounting</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2000" b="0" i="0" u="none" strike="noStrike" kern="1200" cap="none" spc="0" normalizeH="0" noProof="0" dirty="0">
                <a:ln>
                  <a:noFill/>
                </a:ln>
                <a:solidFill>
                  <a:srgbClr val="023E73"/>
                </a:solidFill>
                <a:effectLst/>
                <a:uLnTx/>
                <a:uFillTx/>
                <a:latin typeface="+mn-lt"/>
                <a:ea typeface="+mn-ea"/>
                <a:cs typeface="+mn-cs"/>
              </a:rPr>
              <a:t>Sales</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2000" baseline="0" dirty="0">
                <a:solidFill>
                  <a:srgbClr val="023E73"/>
                </a:solidFill>
              </a:rPr>
              <a:t>Purchase</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2000" b="0" i="0" u="none" strike="noStrike" kern="1200" cap="none" spc="0" normalizeH="0" noProof="0" dirty="0">
                <a:ln>
                  <a:noFill/>
                </a:ln>
                <a:solidFill>
                  <a:srgbClr val="023E73"/>
                </a:solidFill>
                <a:effectLst/>
                <a:uLnTx/>
                <a:uFillTx/>
                <a:latin typeface="+mn-lt"/>
                <a:ea typeface="+mn-ea"/>
                <a:cs typeface="+mn-cs"/>
              </a:rPr>
              <a:t>Inventory Management</a:t>
            </a:r>
          </a:p>
          <a:p>
            <a:pPr marL="457200" marR="0" lvl="0" indent="-457200" algn="l" defTabSz="1007943" rtl="0" eaLnBrk="1" fontAlgn="auto" latinLnBrk="0" hangingPunct="1">
              <a:lnSpc>
                <a:spcPct val="90000"/>
              </a:lnSpc>
              <a:spcBef>
                <a:spcPts val="1102"/>
              </a:spcBef>
              <a:spcAft>
                <a:spcPts val="0"/>
              </a:spcAft>
              <a:buClrTx/>
              <a:buSzTx/>
              <a:tabLst/>
              <a:defRPr/>
            </a:pPr>
            <a:r>
              <a:rPr lang="en-US" sz="2000" b="1" baseline="0" dirty="0">
                <a:solidFill>
                  <a:srgbClr val="023E73"/>
                </a:solidFill>
              </a:rPr>
              <a:t>This document</a:t>
            </a:r>
            <a:r>
              <a:rPr lang="en-US" sz="2000" b="1" dirty="0">
                <a:solidFill>
                  <a:srgbClr val="023E73"/>
                </a:solidFill>
              </a:rPr>
              <a:t> has further divided into two sections</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2000" i="0" u="none" strike="noStrike" kern="1200" cap="none" spc="0" normalizeH="0" baseline="0" noProof="0" dirty="0">
                <a:ln>
                  <a:noFill/>
                </a:ln>
                <a:solidFill>
                  <a:srgbClr val="023E73"/>
                </a:solidFill>
                <a:effectLst/>
                <a:uLnTx/>
                <a:uFillTx/>
                <a:latin typeface="+mn-lt"/>
                <a:ea typeface="+mn-ea"/>
                <a:cs typeface="+mn-cs"/>
              </a:rPr>
              <a:t>Reports</a:t>
            </a:r>
          </a:p>
          <a:p>
            <a:pPr marL="457200" marR="0" lvl="0" indent="-45720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2000" dirty="0">
                <a:solidFill>
                  <a:srgbClr val="023E73"/>
                </a:solidFill>
              </a:rPr>
              <a:t>Operations</a:t>
            </a:r>
            <a:endParaRPr kumimoji="0" lang="en-US" sz="200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6E933-3FD5-F2B8-0C12-42F9A837769E}"/>
              </a:ext>
            </a:extLst>
          </p:cNvPr>
          <p:cNvSpPr>
            <a:spLocks noGrp="1"/>
          </p:cNvSpPr>
          <p:nvPr>
            <p:ph type="title"/>
          </p:nvPr>
        </p:nvSpPr>
        <p:spPr/>
        <p:txBody>
          <a:bodyPr/>
          <a:lstStyle/>
          <a:p>
            <a:r>
              <a:rPr lang="en-IN" dirty="0"/>
              <a:t>Fleet Accountant</a:t>
            </a:r>
          </a:p>
        </p:txBody>
      </p:sp>
      <p:sp>
        <p:nvSpPr>
          <p:cNvPr id="3" name="Content Placeholder 2">
            <a:extLst>
              <a:ext uri="{FF2B5EF4-FFF2-40B4-BE49-F238E27FC236}">
                <a16:creationId xmlns:a16="http://schemas.microsoft.com/office/drawing/2014/main" id="{891367D2-8239-CC27-3D41-802C47CF17F9}"/>
              </a:ext>
            </a:extLst>
          </p:cNvPr>
          <p:cNvSpPr>
            <a:spLocks noGrp="1"/>
          </p:cNvSpPr>
          <p:nvPr>
            <p:ph idx="1"/>
          </p:nvPr>
        </p:nvSpPr>
        <p:spPr>
          <a:xfrm>
            <a:off x="735062" y="1036637"/>
            <a:ext cx="9221689" cy="6019800"/>
          </a:xfrm>
        </p:spPr>
        <p:txBody>
          <a:bodyPr>
            <a:noAutofit/>
          </a:bodyPr>
          <a:lstStyle/>
          <a:p>
            <a:pPr marL="342900" lvl="0" indent="-342900">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Create Vehicle models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Accessories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Product Vehicle Category</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vendors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Purchase Vehicles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Receive Vehicles in inventory</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Generate Vendor bills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Manage asset and loan</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Vehicle Registration</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Approve Vehicles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customers/Drivers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Create &amp; send quotations</a:t>
            </a:r>
          </a:p>
          <a:p>
            <a:pPr marL="342900" lvl="0" indent="-342900">
              <a:buFont typeface="Symbol" panose="05050102010706020507" pitchFamily="18" charset="2"/>
              <a:buChar char=""/>
            </a:pPr>
            <a:r>
              <a:rPr lang="en-IN" sz="1800" dirty="0">
                <a:effectLst/>
                <a:latin typeface="Calibri" panose="020F0502020204030204" pitchFamily="34" charset="0"/>
                <a:ea typeface="Calibri" panose="020F0502020204030204" pitchFamily="34" charset="0"/>
                <a:cs typeface="Times New Roman" panose="02020603050405020304" pitchFamily="18" charset="0"/>
              </a:rPr>
              <a:t>Confirm orders</a:t>
            </a:r>
          </a:p>
        </p:txBody>
      </p:sp>
    </p:spTree>
    <p:extLst>
      <p:ext uri="{BB962C8B-B14F-4D97-AF65-F5344CB8AC3E}">
        <p14:creationId xmlns:p14="http://schemas.microsoft.com/office/powerpoint/2010/main" val="1748864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814ABD-AAD2-04D2-5023-9AE69A5CBE5A}"/>
              </a:ext>
            </a:extLst>
          </p:cNvPr>
          <p:cNvSpPr>
            <a:spLocks noGrp="1"/>
          </p:cNvSpPr>
          <p:nvPr>
            <p:ph idx="1"/>
          </p:nvPr>
        </p:nvSpPr>
        <p:spPr/>
        <p:txBody>
          <a:bodyPr>
            <a:normAutofit fontScale="62500" lnSpcReduction="20000"/>
          </a:bodyPr>
          <a:lstStyle/>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Confirm contract</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Mark fuel level odometer readings and damages in vehicle return</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Create &amp; validate invoices</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Close rentals</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Manage sales team</a:t>
            </a:r>
          </a:p>
          <a:p>
            <a:pPr marL="342900" lvl="0" indent="-342900">
              <a:buFont typeface="Symbol" panose="05050102010706020507" pitchFamily="18" charset="2"/>
              <a:buChar char=""/>
            </a:pPr>
            <a:r>
              <a:rPr lang="en-IN" sz="3200" dirty="0">
                <a:effectLst/>
                <a:latin typeface="Calibri" panose="020F0502020204030204" pitchFamily="34" charset="0"/>
                <a:ea typeface="Calibri" panose="020F0502020204030204" pitchFamily="34" charset="0"/>
                <a:cs typeface="Times New Roman" panose="02020603050405020304" pitchFamily="18" charset="0"/>
              </a:rPr>
              <a:t>Request/ service Maintenance</a:t>
            </a: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Mark Damages &amp; capture additional expenses occurred by customer</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Close Rentals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Approve Vehicle Registration</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Manage Sales team</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Lock &amp; Unlock Rental Orders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All accounting operations</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Times New Roman" panose="02020603050405020304" pitchFamily="18" charset="0"/>
              </a:rPr>
              <a:t>Create &amp; approve PO</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829744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848519" y="-182563"/>
            <a:ext cx="9221787" cy="1018640"/>
          </a:xfrm>
        </p:spPr>
        <p:txBody>
          <a:bodyPr/>
          <a:lstStyle/>
          <a:p>
            <a:r>
              <a:rPr lang="en-US" sz="3600" dirty="0"/>
              <a:t>Create Product Vehicle Category(optional)</a:t>
            </a:r>
            <a:endParaRPr lang="en-US" sz="3600" dirty="0">
              <a:solidFill>
                <a:srgbClr val="00B050"/>
              </a:solidFill>
            </a:endParaRPr>
          </a:p>
        </p:txBody>
      </p:sp>
      <p:sp>
        <p:nvSpPr>
          <p:cNvPr id="8" name="Subtitle 2"/>
          <p:cNvSpPr>
            <a:spLocks noGrp="1"/>
          </p:cNvSpPr>
          <p:nvPr>
            <p:ph type="subTitle" idx="1"/>
          </p:nvPr>
        </p:nvSpPr>
        <p:spPr>
          <a:xfrm>
            <a:off x="469106" y="5478387"/>
            <a:ext cx="9220200" cy="1120850"/>
          </a:xfrm>
        </p:spPr>
        <p:txBody>
          <a:bodyPr>
            <a:normAutofit/>
          </a:bodyPr>
          <a:lstStyle/>
          <a:p>
            <a:pPr algn="l"/>
            <a:r>
              <a:rPr lang="en-US" sz="1400" b="1" u="sng" dirty="0"/>
              <a:t>General Information</a:t>
            </a:r>
          </a:p>
          <a:p>
            <a:pPr algn="l"/>
            <a:r>
              <a:rPr lang="en-US" sz="1400" dirty="0"/>
              <a:t>Vehicle Categories can be created by Clicking the create button</a:t>
            </a:r>
          </a:p>
          <a:p>
            <a:pPr algn="l">
              <a:buFont typeface="Arial" pitchFamily="34" charset="0"/>
              <a:buChar char="•"/>
            </a:pPr>
            <a:endParaRPr lang="en-US" sz="2300" dirty="0"/>
          </a:p>
          <a:p>
            <a:pPr algn="l">
              <a:buFont typeface="Arial" pitchFamily="34" charset="0"/>
              <a:buChar char="•"/>
            </a:pPr>
            <a:endParaRPr lang="en-US" dirty="0"/>
          </a:p>
        </p:txBody>
      </p:sp>
      <p:graphicFrame>
        <p:nvGraphicFramePr>
          <p:cNvPr id="5" name="Table 6">
            <a:extLst>
              <a:ext uri="{FF2B5EF4-FFF2-40B4-BE49-F238E27FC236}">
                <a16:creationId xmlns:a16="http://schemas.microsoft.com/office/drawing/2014/main" id="{EA0777AC-C630-10DA-DBF3-C3C6B1B01BE9}"/>
              </a:ext>
            </a:extLst>
          </p:cNvPr>
          <p:cNvGraphicFramePr>
            <a:graphicFrameLocks/>
          </p:cNvGraphicFramePr>
          <p:nvPr>
            <p:extLst>
              <p:ext uri="{D42A27DB-BD31-4B8C-83A1-F6EECF244321}">
                <p14:modId xmlns:p14="http://schemas.microsoft.com/office/powerpoint/2010/main" val="1157664422"/>
              </p:ext>
            </p:extLst>
          </p:nvPr>
        </p:nvGraphicFramePr>
        <p:xfrm>
          <a:off x="735013" y="836077"/>
          <a:ext cx="9221787" cy="6096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3854218695"/>
                    </a:ext>
                  </a:extLst>
                </a:gridCol>
              </a:tblGrid>
              <a:tr h="290780">
                <a:tc>
                  <a:txBody>
                    <a:bodyPr/>
                    <a:lstStyle/>
                    <a:p>
                      <a:r>
                        <a:rPr lang="en-IN" sz="1400" dirty="0"/>
                        <a:t>Menu</a:t>
                      </a:r>
                    </a:p>
                  </a:txBody>
                  <a:tcPr/>
                </a:tc>
                <a:extLst>
                  <a:ext uri="{0D108BD9-81ED-4DB2-BD59-A6C34878D82A}">
                    <a16:rowId xmlns:a16="http://schemas.microsoft.com/office/drawing/2014/main" val="1104322718"/>
                  </a:ext>
                </a:extLst>
              </a:tr>
              <a:tr h="290780">
                <a:tc>
                  <a:txBody>
                    <a:bodyPr/>
                    <a:lstStyle/>
                    <a:p>
                      <a:r>
                        <a:rPr lang="en-IN" sz="1400" dirty="0"/>
                        <a:t>Fleet Rental -&gt; Configuration -&gt; Vehicle Category</a:t>
                      </a:r>
                    </a:p>
                  </a:txBody>
                  <a:tcPr/>
                </a:tc>
                <a:extLst>
                  <a:ext uri="{0D108BD9-81ED-4DB2-BD59-A6C34878D82A}">
                    <a16:rowId xmlns:a16="http://schemas.microsoft.com/office/drawing/2014/main" val="3620233428"/>
                  </a:ext>
                </a:extLst>
              </a:tr>
            </a:tbl>
          </a:graphicData>
        </a:graphic>
      </p:graphicFrame>
      <p:pic>
        <p:nvPicPr>
          <p:cNvPr id="3" name="Picture 2">
            <a:extLst>
              <a:ext uri="{FF2B5EF4-FFF2-40B4-BE49-F238E27FC236}">
                <a16:creationId xmlns:a16="http://schemas.microsoft.com/office/drawing/2014/main" id="{78AB156A-6B6A-714A-80C3-70E9DEE26401}"/>
              </a:ext>
            </a:extLst>
          </p:cNvPr>
          <p:cNvPicPr>
            <a:picLocks noChangeAspect="1"/>
          </p:cNvPicPr>
          <p:nvPr/>
        </p:nvPicPr>
        <p:blipFill rotWithShape="1">
          <a:blip r:embed="rId2"/>
          <a:srcRect l="824" t="13257" r="3676" b="38597"/>
          <a:stretch/>
        </p:blipFill>
        <p:spPr>
          <a:xfrm>
            <a:off x="209476" y="1798637"/>
            <a:ext cx="10298906" cy="3352800"/>
          </a:xfrm>
          <a:prstGeom prst="rect">
            <a:avLst/>
          </a:prstGeom>
        </p:spPr>
      </p:pic>
      <p:sp>
        <p:nvSpPr>
          <p:cNvPr id="6" name="Oval 5">
            <a:extLst>
              <a:ext uri="{FF2B5EF4-FFF2-40B4-BE49-F238E27FC236}">
                <a16:creationId xmlns:a16="http://schemas.microsoft.com/office/drawing/2014/main" id="{89BB1069-DD1F-1DD4-1D85-CB900EF17750}"/>
              </a:ext>
            </a:extLst>
          </p:cNvPr>
          <p:cNvSpPr/>
          <p:nvPr/>
        </p:nvSpPr>
        <p:spPr>
          <a:xfrm>
            <a:off x="88106" y="2103437"/>
            <a:ext cx="723107" cy="381000"/>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1CBA6-CD7E-44BA-B023-CC2C56011AD8}"/>
              </a:ext>
            </a:extLst>
          </p:cNvPr>
          <p:cNvSpPr>
            <a:spLocks noGrp="1"/>
          </p:cNvSpPr>
          <p:nvPr>
            <p:ph type="title"/>
          </p:nvPr>
        </p:nvSpPr>
        <p:spPr>
          <a:xfrm>
            <a:off x="1093707" y="286372"/>
            <a:ext cx="8703390" cy="1461188"/>
          </a:xfrm>
        </p:spPr>
        <p:txBody>
          <a:bodyPr/>
          <a:lstStyle/>
          <a:p>
            <a:r>
              <a:rPr lang="en-US" sz="4400" dirty="0"/>
              <a:t>Create Vehicle Models(optional)</a:t>
            </a:r>
            <a:endParaRPr lang="en-IN" sz="4400" dirty="0"/>
          </a:p>
        </p:txBody>
      </p:sp>
      <p:graphicFrame>
        <p:nvGraphicFramePr>
          <p:cNvPr id="6" name="Table 6">
            <a:extLst>
              <a:ext uri="{FF2B5EF4-FFF2-40B4-BE49-F238E27FC236}">
                <a16:creationId xmlns:a16="http://schemas.microsoft.com/office/drawing/2014/main" id="{9093EC04-204A-1354-233C-D0DFECF2CA3A}"/>
              </a:ext>
            </a:extLst>
          </p:cNvPr>
          <p:cNvGraphicFramePr>
            <a:graphicFrameLocks noGrp="1"/>
          </p:cNvGraphicFramePr>
          <p:nvPr>
            <p:ph idx="1"/>
            <p:extLst>
              <p:ext uri="{D42A27DB-BD31-4B8C-83A1-F6EECF244321}">
                <p14:modId xmlns:p14="http://schemas.microsoft.com/office/powerpoint/2010/main" val="2317776547"/>
              </p:ext>
            </p:extLst>
          </p:nvPr>
        </p:nvGraphicFramePr>
        <p:xfrm>
          <a:off x="735013" y="960437"/>
          <a:ext cx="9221787" cy="6858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3854218695"/>
                    </a:ext>
                  </a:extLst>
                </a:gridCol>
              </a:tblGrid>
              <a:tr h="342900">
                <a:tc>
                  <a:txBody>
                    <a:bodyPr/>
                    <a:lstStyle/>
                    <a:p>
                      <a:r>
                        <a:rPr lang="en-IN" sz="1400" dirty="0"/>
                        <a:t>Menu</a:t>
                      </a:r>
                    </a:p>
                  </a:txBody>
                  <a:tcPr/>
                </a:tc>
                <a:extLst>
                  <a:ext uri="{0D108BD9-81ED-4DB2-BD59-A6C34878D82A}">
                    <a16:rowId xmlns:a16="http://schemas.microsoft.com/office/drawing/2014/main" val="1104322718"/>
                  </a:ext>
                </a:extLst>
              </a:tr>
              <a:tr h="342900">
                <a:tc>
                  <a:txBody>
                    <a:bodyPr/>
                    <a:lstStyle/>
                    <a:p>
                      <a:r>
                        <a:rPr lang="en-IN" sz="1400" dirty="0"/>
                        <a:t>Fleet Rental -&gt; Configuration -&gt; vehicles Model</a:t>
                      </a:r>
                    </a:p>
                  </a:txBody>
                  <a:tcPr/>
                </a:tc>
                <a:extLst>
                  <a:ext uri="{0D108BD9-81ED-4DB2-BD59-A6C34878D82A}">
                    <a16:rowId xmlns:a16="http://schemas.microsoft.com/office/drawing/2014/main" val="3620233428"/>
                  </a:ext>
                </a:extLst>
              </a:tr>
            </a:tbl>
          </a:graphicData>
        </a:graphic>
      </p:graphicFrame>
      <p:sp>
        <p:nvSpPr>
          <p:cNvPr id="10" name="Subtitle 2">
            <a:extLst>
              <a:ext uri="{FF2B5EF4-FFF2-40B4-BE49-F238E27FC236}">
                <a16:creationId xmlns:a16="http://schemas.microsoft.com/office/drawing/2014/main" id="{F462B2F3-71C8-46CD-9404-88EA0F6E1754}"/>
              </a:ext>
            </a:extLst>
          </p:cNvPr>
          <p:cNvSpPr txBox="1">
            <a:spLocks/>
          </p:cNvSpPr>
          <p:nvPr/>
        </p:nvSpPr>
        <p:spPr>
          <a:xfrm>
            <a:off x="621506" y="5779525"/>
            <a:ext cx="9062084" cy="1447797"/>
          </a:xfrm>
          <a:prstGeom prst="rect">
            <a:avLst/>
          </a:prstGeom>
        </p:spPr>
        <p:txBody>
          <a:bodyPr vert="horz" lIns="91440" tIns="45720" rIns="91440" bIns="45720" rtlCol="0">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Enter Model Name</a:t>
            </a:r>
          </a:p>
          <a:p>
            <a:r>
              <a:rPr lang="en-US" sz="1400" dirty="0"/>
              <a:t>Select “ Manufacturer”</a:t>
            </a:r>
          </a:p>
          <a:p>
            <a:r>
              <a:rPr lang="en-US" sz="1400" dirty="0"/>
              <a:t>Select Vehicle Type, Fuel Type, Fuel Tank Capacity, class and Transmission</a:t>
            </a:r>
          </a:p>
          <a:p>
            <a:endParaRPr lang="en-US" sz="2300" dirty="0"/>
          </a:p>
          <a:p>
            <a:endParaRPr lang="en-US" dirty="0"/>
          </a:p>
        </p:txBody>
      </p:sp>
      <p:pic>
        <p:nvPicPr>
          <p:cNvPr id="7" name="Picture 6">
            <a:extLst>
              <a:ext uri="{FF2B5EF4-FFF2-40B4-BE49-F238E27FC236}">
                <a16:creationId xmlns:a16="http://schemas.microsoft.com/office/drawing/2014/main" id="{06B7CB9E-239B-4DAA-9BAD-2AB6291E57F2}"/>
              </a:ext>
            </a:extLst>
          </p:cNvPr>
          <p:cNvPicPr>
            <a:picLocks noChangeAspect="1"/>
          </p:cNvPicPr>
          <p:nvPr/>
        </p:nvPicPr>
        <p:blipFill>
          <a:blip r:embed="rId2"/>
          <a:stretch>
            <a:fillRect/>
          </a:stretch>
        </p:blipFill>
        <p:spPr>
          <a:xfrm>
            <a:off x="1093707" y="1780149"/>
            <a:ext cx="8344694" cy="3599887"/>
          </a:xfrm>
          <a:prstGeom prst="rect">
            <a:avLst/>
          </a:prstGeom>
        </p:spPr>
      </p:pic>
    </p:spTree>
    <p:extLst>
      <p:ext uri="{BB962C8B-B14F-4D97-AF65-F5344CB8AC3E}">
        <p14:creationId xmlns:p14="http://schemas.microsoft.com/office/powerpoint/2010/main" val="2513446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B998E-7BF5-A32D-09C7-8C6D5AE354C0}"/>
              </a:ext>
            </a:extLst>
          </p:cNvPr>
          <p:cNvSpPr>
            <a:spLocks noGrp="1"/>
          </p:cNvSpPr>
          <p:nvPr>
            <p:ph type="ctrTitle"/>
          </p:nvPr>
        </p:nvSpPr>
        <p:spPr>
          <a:xfrm>
            <a:off x="1396723" y="350837"/>
            <a:ext cx="7640241" cy="990600"/>
          </a:xfrm>
        </p:spPr>
        <p:txBody>
          <a:bodyPr/>
          <a:lstStyle/>
          <a:p>
            <a:r>
              <a:rPr lang="en-US" sz="5400" dirty="0"/>
              <a:t>Create Vehicle Models</a:t>
            </a:r>
            <a:endParaRPr lang="en-IN" dirty="0"/>
          </a:p>
        </p:txBody>
      </p:sp>
      <p:sp>
        <p:nvSpPr>
          <p:cNvPr id="6" name="Subtitle 5">
            <a:extLst>
              <a:ext uri="{FF2B5EF4-FFF2-40B4-BE49-F238E27FC236}">
                <a16:creationId xmlns:a16="http://schemas.microsoft.com/office/drawing/2014/main" id="{69BA3EB9-4BA0-1EF2-9957-D83A397DEA76}"/>
              </a:ext>
            </a:extLst>
          </p:cNvPr>
          <p:cNvSpPr>
            <a:spLocks noGrp="1"/>
          </p:cNvSpPr>
          <p:nvPr>
            <p:ph type="subTitle" idx="1"/>
          </p:nvPr>
        </p:nvSpPr>
        <p:spPr>
          <a:xfrm>
            <a:off x="1114490" y="5761037"/>
            <a:ext cx="8018860" cy="1063171"/>
          </a:xfrm>
        </p:spPr>
        <p:txBody>
          <a:bodyPr>
            <a:normAutofit/>
          </a:bodyPr>
          <a:lstStyle/>
          <a:p>
            <a:pPr marL="342900" indent="-342900" algn="l">
              <a:buFont typeface="Arial" panose="020B0604020202020204" pitchFamily="34" charset="0"/>
              <a:buChar char="•"/>
            </a:pPr>
            <a:r>
              <a:rPr lang="en-IN" sz="2000" dirty="0"/>
              <a:t>When click on the class it shows product vehicle category</a:t>
            </a:r>
          </a:p>
        </p:txBody>
      </p:sp>
      <p:pic>
        <p:nvPicPr>
          <p:cNvPr id="5" name="Picture 4">
            <a:extLst>
              <a:ext uri="{FF2B5EF4-FFF2-40B4-BE49-F238E27FC236}">
                <a16:creationId xmlns:a16="http://schemas.microsoft.com/office/drawing/2014/main" id="{9E0A53FB-F93D-CD7A-5A62-94275EC3AD24}"/>
              </a:ext>
            </a:extLst>
          </p:cNvPr>
          <p:cNvPicPr>
            <a:picLocks noChangeAspect="1"/>
          </p:cNvPicPr>
          <p:nvPr/>
        </p:nvPicPr>
        <p:blipFill rotWithShape="1">
          <a:blip r:embed="rId2"/>
          <a:srcRect l="12227" t="25927" r="12940" b="8188"/>
          <a:stretch/>
        </p:blipFill>
        <p:spPr>
          <a:xfrm>
            <a:off x="981614" y="1341437"/>
            <a:ext cx="8284611" cy="3962400"/>
          </a:xfrm>
          <a:prstGeom prst="rect">
            <a:avLst/>
          </a:prstGeom>
        </p:spPr>
      </p:pic>
    </p:spTree>
    <p:extLst>
      <p:ext uri="{BB962C8B-B14F-4D97-AF65-F5344CB8AC3E}">
        <p14:creationId xmlns:p14="http://schemas.microsoft.com/office/powerpoint/2010/main" val="137249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9E1F8-13CA-3D21-319C-EFEF448A92E6}"/>
              </a:ext>
            </a:extLst>
          </p:cNvPr>
          <p:cNvSpPr>
            <a:spLocks noGrp="1"/>
          </p:cNvSpPr>
          <p:nvPr>
            <p:ph type="ctrTitle"/>
          </p:nvPr>
        </p:nvSpPr>
        <p:spPr>
          <a:xfrm>
            <a:off x="1830585" y="274637"/>
            <a:ext cx="7030641" cy="685800"/>
          </a:xfrm>
        </p:spPr>
        <p:txBody>
          <a:bodyPr/>
          <a:lstStyle/>
          <a:p>
            <a:pPr algn="ctr"/>
            <a:r>
              <a:rPr lang="en-IN" dirty="0"/>
              <a:t>Rental Products</a:t>
            </a:r>
            <a:endParaRPr lang="en-IN" sz="3200" dirty="0"/>
          </a:p>
        </p:txBody>
      </p:sp>
      <p:sp>
        <p:nvSpPr>
          <p:cNvPr id="6" name="Subtitle 5">
            <a:extLst>
              <a:ext uri="{FF2B5EF4-FFF2-40B4-BE49-F238E27FC236}">
                <a16:creationId xmlns:a16="http://schemas.microsoft.com/office/drawing/2014/main" id="{B3271684-6DCF-832D-1E7A-3926C6CD91E1}"/>
              </a:ext>
            </a:extLst>
          </p:cNvPr>
          <p:cNvSpPr>
            <a:spLocks noGrp="1"/>
          </p:cNvSpPr>
          <p:nvPr>
            <p:ph type="subTitle" idx="1"/>
          </p:nvPr>
        </p:nvSpPr>
        <p:spPr>
          <a:xfrm>
            <a:off x="469106" y="6808563"/>
            <a:ext cx="8018860" cy="533402"/>
          </a:xfrm>
        </p:spPr>
        <p:txBody>
          <a:bodyPr/>
          <a:lstStyle/>
          <a:p>
            <a:pPr marL="457200" indent="-457200" algn="l">
              <a:buFont typeface="Arial" panose="020B0604020202020204" pitchFamily="34" charset="0"/>
              <a:buChar char="•"/>
            </a:pPr>
            <a:r>
              <a:rPr lang="en-IN" dirty="0"/>
              <a:t>Created </a:t>
            </a:r>
            <a:r>
              <a:rPr lang="en-IN" sz="2400" dirty="0"/>
              <a:t>vehicle</a:t>
            </a:r>
            <a:r>
              <a:rPr lang="en-IN" dirty="0"/>
              <a:t> models list here</a:t>
            </a:r>
          </a:p>
        </p:txBody>
      </p:sp>
      <p:pic>
        <p:nvPicPr>
          <p:cNvPr id="5" name="Content Placeholder 4">
            <a:extLst>
              <a:ext uri="{FF2B5EF4-FFF2-40B4-BE49-F238E27FC236}">
                <a16:creationId xmlns:a16="http://schemas.microsoft.com/office/drawing/2014/main" id="{FD79348A-C724-B531-FFE2-5193D6F3B234}"/>
              </a:ext>
            </a:extLst>
          </p:cNvPr>
          <p:cNvPicPr>
            <a:picLocks noGrp="1" noChangeAspect="1"/>
          </p:cNvPicPr>
          <p:nvPr>
            <p:ph idx="4294967295"/>
          </p:nvPr>
        </p:nvPicPr>
        <p:blipFill rotWithShape="1">
          <a:blip r:embed="rId2"/>
          <a:srcRect t="14421" r="1063" b="4198"/>
          <a:stretch/>
        </p:blipFill>
        <p:spPr>
          <a:xfrm>
            <a:off x="316706" y="2179637"/>
            <a:ext cx="9788130" cy="4276145"/>
          </a:xfrm>
        </p:spPr>
      </p:pic>
      <p:graphicFrame>
        <p:nvGraphicFramePr>
          <p:cNvPr id="9" name="Table 6">
            <a:extLst>
              <a:ext uri="{FF2B5EF4-FFF2-40B4-BE49-F238E27FC236}">
                <a16:creationId xmlns:a16="http://schemas.microsoft.com/office/drawing/2014/main" id="{A436848D-EA94-DF57-3D3C-07EBC87315AD}"/>
              </a:ext>
            </a:extLst>
          </p:cNvPr>
          <p:cNvGraphicFramePr>
            <a:graphicFrameLocks/>
          </p:cNvGraphicFramePr>
          <p:nvPr>
            <p:extLst>
              <p:ext uri="{D42A27DB-BD31-4B8C-83A1-F6EECF244321}">
                <p14:modId xmlns:p14="http://schemas.microsoft.com/office/powerpoint/2010/main" val="1975836104"/>
              </p:ext>
            </p:extLst>
          </p:nvPr>
        </p:nvGraphicFramePr>
        <p:xfrm>
          <a:off x="792559" y="1225641"/>
          <a:ext cx="9106694" cy="609600"/>
        </p:xfrm>
        <a:graphic>
          <a:graphicData uri="http://schemas.openxmlformats.org/drawingml/2006/table">
            <a:tbl>
              <a:tblPr firstRow="1" bandRow="1">
                <a:tableStyleId>{7DF18680-E054-41AD-8BC1-D1AEF772440D}</a:tableStyleId>
              </a:tblPr>
              <a:tblGrid>
                <a:gridCol w="9106694">
                  <a:extLst>
                    <a:ext uri="{9D8B030D-6E8A-4147-A177-3AD203B41FA5}">
                      <a16:colId xmlns:a16="http://schemas.microsoft.com/office/drawing/2014/main" val="3854218695"/>
                    </a:ext>
                  </a:extLst>
                </a:gridCol>
              </a:tblGrid>
              <a:tr h="266700">
                <a:tc>
                  <a:txBody>
                    <a:bodyPr/>
                    <a:lstStyle/>
                    <a:p>
                      <a:r>
                        <a:rPr lang="en-IN" sz="1400" dirty="0"/>
                        <a:t>Menu</a:t>
                      </a:r>
                    </a:p>
                  </a:txBody>
                  <a:tcPr/>
                </a:tc>
                <a:extLst>
                  <a:ext uri="{0D108BD9-81ED-4DB2-BD59-A6C34878D82A}">
                    <a16:rowId xmlns:a16="http://schemas.microsoft.com/office/drawing/2014/main" val="1104322718"/>
                  </a:ext>
                </a:extLst>
              </a:tr>
              <a:tr h="293914">
                <a:tc>
                  <a:txBody>
                    <a:bodyPr/>
                    <a:lstStyle/>
                    <a:p>
                      <a:r>
                        <a:rPr lang="en-IN" sz="1400" dirty="0"/>
                        <a:t>Fleet Rental -&gt; Configuration -&gt; Rental Products</a:t>
                      </a:r>
                    </a:p>
                  </a:txBody>
                  <a:tcPr/>
                </a:tc>
                <a:extLst>
                  <a:ext uri="{0D108BD9-81ED-4DB2-BD59-A6C34878D82A}">
                    <a16:rowId xmlns:a16="http://schemas.microsoft.com/office/drawing/2014/main" val="3620233428"/>
                  </a:ext>
                </a:extLst>
              </a:tr>
            </a:tbl>
          </a:graphicData>
        </a:graphic>
      </p:graphicFrame>
    </p:spTree>
    <p:extLst>
      <p:ext uri="{BB962C8B-B14F-4D97-AF65-F5344CB8AC3E}">
        <p14:creationId xmlns:p14="http://schemas.microsoft.com/office/powerpoint/2010/main" val="498454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0E337-0E45-3ACD-EDDB-C77F9B014C47}"/>
              </a:ext>
            </a:extLst>
          </p:cNvPr>
          <p:cNvSpPr>
            <a:spLocks noGrp="1"/>
          </p:cNvSpPr>
          <p:nvPr>
            <p:ph type="title"/>
          </p:nvPr>
        </p:nvSpPr>
        <p:spPr>
          <a:xfrm>
            <a:off x="1307306" y="82206"/>
            <a:ext cx="7953783" cy="1461188"/>
          </a:xfrm>
        </p:spPr>
        <p:txBody>
          <a:bodyPr/>
          <a:lstStyle/>
          <a:p>
            <a:r>
              <a:rPr lang="en-IN" dirty="0"/>
              <a:t>Create Rental Product</a:t>
            </a:r>
          </a:p>
        </p:txBody>
      </p:sp>
      <p:pic>
        <p:nvPicPr>
          <p:cNvPr id="16" name="Content Placeholder 15">
            <a:extLst>
              <a:ext uri="{FF2B5EF4-FFF2-40B4-BE49-F238E27FC236}">
                <a16:creationId xmlns:a16="http://schemas.microsoft.com/office/drawing/2014/main" id="{91A9D399-26B6-ED0F-B359-427B950BC0EE}"/>
              </a:ext>
            </a:extLst>
          </p:cNvPr>
          <p:cNvPicPr>
            <a:picLocks noGrp="1" noChangeAspect="1"/>
          </p:cNvPicPr>
          <p:nvPr>
            <p:ph idx="1"/>
          </p:nvPr>
        </p:nvPicPr>
        <p:blipFill>
          <a:blip r:embed="rId2"/>
          <a:stretch>
            <a:fillRect/>
          </a:stretch>
        </p:blipFill>
        <p:spPr>
          <a:xfrm>
            <a:off x="469106" y="978522"/>
            <a:ext cx="9029404" cy="4795838"/>
          </a:xfrm>
        </p:spPr>
      </p:pic>
      <p:cxnSp>
        <p:nvCxnSpPr>
          <p:cNvPr id="7" name="Straight Arrow Connector 6">
            <a:extLst>
              <a:ext uri="{FF2B5EF4-FFF2-40B4-BE49-F238E27FC236}">
                <a16:creationId xmlns:a16="http://schemas.microsoft.com/office/drawing/2014/main" id="{053955EE-DE91-BDA8-D80A-34B3133943D4}"/>
              </a:ext>
            </a:extLst>
          </p:cNvPr>
          <p:cNvCxnSpPr>
            <a:cxnSpLocks/>
          </p:cNvCxnSpPr>
          <p:nvPr/>
        </p:nvCxnSpPr>
        <p:spPr>
          <a:xfrm flipH="1">
            <a:off x="1459706" y="2408237"/>
            <a:ext cx="60960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Title 1">
            <a:extLst>
              <a:ext uri="{FF2B5EF4-FFF2-40B4-BE49-F238E27FC236}">
                <a16:creationId xmlns:a16="http://schemas.microsoft.com/office/drawing/2014/main" id="{37EBCC58-DE31-410D-B050-487EF175BD88}"/>
              </a:ext>
            </a:extLst>
          </p:cNvPr>
          <p:cNvSpPr txBox="1">
            <a:spLocks/>
          </p:cNvSpPr>
          <p:nvPr/>
        </p:nvSpPr>
        <p:spPr>
          <a:xfrm>
            <a:off x="1307305" y="6016281"/>
            <a:ext cx="7953783" cy="1116356"/>
          </a:xfrm>
          <a:prstGeom prst="rect">
            <a:avLst/>
          </a:prstGeom>
        </p:spPr>
        <p:txBody>
          <a:bodyPr/>
          <a:lst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a:lstStyle>
          <a:p>
            <a:pPr marL="342900" indent="-342900">
              <a:buFont typeface="Arial" panose="020B0604020202020204" pitchFamily="34" charset="0"/>
              <a:buChar char="•"/>
            </a:pPr>
            <a:r>
              <a:rPr lang="en-IN" sz="2000" dirty="0"/>
              <a:t>Enable Is vehicle check button</a:t>
            </a:r>
          </a:p>
          <a:p>
            <a:pPr marL="342900" indent="-342900">
              <a:buFont typeface="Arial" panose="020B0604020202020204" pitchFamily="34" charset="0"/>
              <a:buChar char="•"/>
            </a:pPr>
            <a:r>
              <a:rPr lang="en-IN" sz="2000" dirty="0"/>
              <a:t>A tab Vehicle details will appear fill the vehicle details</a:t>
            </a:r>
          </a:p>
        </p:txBody>
      </p:sp>
    </p:spTree>
    <p:extLst>
      <p:ext uri="{BB962C8B-B14F-4D97-AF65-F5344CB8AC3E}">
        <p14:creationId xmlns:p14="http://schemas.microsoft.com/office/powerpoint/2010/main" val="817038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E8DE-3F7E-4C44-8CC5-64A8CF13EF22}"/>
              </a:ext>
            </a:extLst>
          </p:cNvPr>
          <p:cNvSpPr>
            <a:spLocks noGrp="1"/>
          </p:cNvSpPr>
          <p:nvPr>
            <p:ph type="title"/>
          </p:nvPr>
        </p:nvSpPr>
        <p:spPr>
          <a:xfrm>
            <a:off x="1843313" y="255199"/>
            <a:ext cx="7953783" cy="1461188"/>
          </a:xfrm>
        </p:spPr>
        <p:txBody>
          <a:bodyPr/>
          <a:lstStyle/>
          <a:p>
            <a:r>
              <a:rPr lang="en-US" sz="4400" dirty="0"/>
              <a:t>Create </a:t>
            </a:r>
            <a:r>
              <a:rPr lang="en-IN" sz="4400" b="0" i="0" dirty="0">
                <a:solidFill>
                  <a:schemeClr val="accent1">
                    <a:lumMod val="50000"/>
                  </a:schemeClr>
                </a:solidFill>
                <a:effectLst/>
              </a:rPr>
              <a:t>Accessories(optional)</a:t>
            </a:r>
            <a:endParaRPr lang="en-IN" sz="3200" dirty="0">
              <a:solidFill>
                <a:schemeClr val="accent1">
                  <a:lumMod val="50000"/>
                </a:schemeClr>
              </a:solidFill>
            </a:endParaRPr>
          </a:p>
        </p:txBody>
      </p:sp>
      <p:pic>
        <p:nvPicPr>
          <p:cNvPr id="9" name="Picture 8">
            <a:extLst>
              <a:ext uri="{FF2B5EF4-FFF2-40B4-BE49-F238E27FC236}">
                <a16:creationId xmlns:a16="http://schemas.microsoft.com/office/drawing/2014/main" id="{0FF409DA-E343-416E-A7EC-12443EF69A32}"/>
              </a:ext>
            </a:extLst>
          </p:cNvPr>
          <p:cNvPicPr>
            <a:picLocks noChangeAspect="1"/>
          </p:cNvPicPr>
          <p:nvPr/>
        </p:nvPicPr>
        <p:blipFill>
          <a:blip r:embed="rId2"/>
          <a:stretch>
            <a:fillRect/>
          </a:stretch>
        </p:blipFill>
        <p:spPr>
          <a:xfrm>
            <a:off x="735012" y="1874838"/>
            <a:ext cx="9221787" cy="3352799"/>
          </a:xfrm>
          <a:prstGeom prst="rect">
            <a:avLst/>
          </a:prstGeom>
        </p:spPr>
      </p:pic>
      <p:graphicFrame>
        <p:nvGraphicFramePr>
          <p:cNvPr id="3" name="Table 6">
            <a:extLst>
              <a:ext uri="{FF2B5EF4-FFF2-40B4-BE49-F238E27FC236}">
                <a16:creationId xmlns:a16="http://schemas.microsoft.com/office/drawing/2014/main" id="{B0DA105E-CE67-D50B-E634-732581753A75}"/>
              </a:ext>
            </a:extLst>
          </p:cNvPr>
          <p:cNvGraphicFramePr>
            <a:graphicFrameLocks/>
          </p:cNvGraphicFramePr>
          <p:nvPr>
            <p:extLst>
              <p:ext uri="{D42A27DB-BD31-4B8C-83A1-F6EECF244321}">
                <p14:modId xmlns:p14="http://schemas.microsoft.com/office/powerpoint/2010/main" val="2818235307"/>
              </p:ext>
            </p:extLst>
          </p:nvPr>
        </p:nvGraphicFramePr>
        <p:xfrm>
          <a:off x="735013" y="1112837"/>
          <a:ext cx="9221787" cy="6477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3854218695"/>
                    </a:ext>
                  </a:extLst>
                </a:gridCol>
              </a:tblGrid>
              <a:tr h="190500">
                <a:tc>
                  <a:txBody>
                    <a:bodyPr/>
                    <a:lstStyle/>
                    <a:p>
                      <a:r>
                        <a:rPr lang="en-IN" sz="1400" dirty="0"/>
                        <a:t>Menu</a:t>
                      </a:r>
                    </a:p>
                  </a:txBody>
                  <a:tcPr/>
                </a:tc>
                <a:extLst>
                  <a:ext uri="{0D108BD9-81ED-4DB2-BD59-A6C34878D82A}">
                    <a16:rowId xmlns:a16="http://schemas.microsoft.com/office/drawing/2014/main" val="1104322718"/>
                  </a:ext>
                </a:extLst>
              </a:tr>
              <a:tr h="342900">
                <a:tc>
                  <a:txBody>
                    <a:bodyPr/>
                    <a:lstStyle/>
                    <a:p>
                      <a:r>
                        <a:rPr lang="en-IN" sz="1400" dirty="0"/>
                        <a:t>Fleet Rental -&gt; Configuration -&gt; Accessories</a:t>
                      </a:r>
                    </a:p>
                  </a:txBody>
                  <a:tcPr/>
                </a:tc>
                <a:extLst>
                  <a:ext uri="{0D108BD9-81ED-4DB2-BD59-A6C34878D82A}">
                    <a16:rowId xmlns:a16="http://schemas.microsoft.com/office/drawing/2014/main" val="3620233428"/>
                  </a:ext>
                </a:extLst>
              </a:tr>
            </a:tbl>
          </a:graphicData>
        </a:graphic>
      </p:graphicFrame>
      <p:sp>
        <p:nvSpPr>
          <p:cNvPr id="4" name="Subtitle 2">
            <a:extLst>
              <a:ext uri="{FF2B5EF4-FFF2-40B4-BE49-F238E27FC236}">
                <a16:creationId xmlns:a16="http://schemas.microsoft.com/office/drawing/2014/main" id="{3ED1A547-E4B7-064D-C16C-CD7F8500E793}"/>
              </a:ext>
            </a:extLst>
          </p:cNvPr>
          <p:cNvSpPr txBox="1">
            <a:spLocks/>
          </p:cNvSpPr>
          <p:nvPr/>
        </p:nvSpPr>
        <p:spPr>
          <a:xfrm>
            <a:off x="735012" y="5456238"/>
            <a:ext cx="9221787" cy="761999"/>
          </a:xfrm>
          <a:prstGeom prst="rect">
            <a:avLst/>
          </a:prstGeom>
        </p:spPr>
        <p:txBody>
          <a:bodyPr vert="horz" lIns="91440" tIns="45720" rIns="91440" bIns="45720" rtlCol="0">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If it’s an accessory set Accessories and can be rented</a:t>
            </a:r>
            <a:endParaRPr lang="en-US" sz="2300" dirty="0"/>
          </a:p>
          <a:p>
            <a:endParaRPr lang="en-US" dirty="0"/>
          </a:p>
        </p:txBody>
      </p:sp>
    </p:spTree>
    <p:extLst>
      <p:ext uri="{BB962C8B-B14F-4D97-AF65-F5344CB8AC3E}">
        <p14:creationId xmlns:p14="http://schemas.microsoft.com/office/powerpoint/2010/main" val="4162652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Create Vendors</a:t>
            </a:r>
            <a:endParaRPr lang="en-US" dirty="0">
              <a:solidFill>
                <a:srgbClr val="00B050"/>
              </a:solidFill>
            </a:endParaRPr>
          </a:p>
        </p:txBody>
      </p:sp>
      <p:sp>
        <p:nvSpPr>
          <p:cNvPr id="6" name="Subtitle 2"/>
          <p:cNvSpPr txBox="1">
            <a:spLocks/>
          </p:cNvSpPr>
          <p:nvPr/>
        </p:nvSpPr>
        <p:spPr>
          <a:xfrm>
            <a:off x="735011" y="2865437"/>
            <a:ext cx="9221787" cy="3429000"/>
          </a:xfrm>
          <a:prstGeom prst="rect">
            <a:avLst/>
          </a:prstGeom>
        </p:spPr>
        <p:txBody>
          <a:bodyPr vert="horz" lIns="91440" tIns="45720" rIns="91440" bIns="45720" rtlCol="0">
            <a:normAutofit/>
          </a:bodyPr>
          <a:lstStyle/>
          <a:p>
            <a:r>
              <a:rPr lang="en-US" sz="1600" dirty="0">
                <a:sym typeface="Wingdings" panose="05000000000000000000" pitchFamily="2" charset="2"/>
              </a:rPr>
              <a:t>A partner can be a customer / vendor or both at the same time</a:t>
            </a:r>
          </a:p>
          <a:p>
            <a:r>
              <a:rPr lang="en-US" sz="1600" dirty="0">
                <a:sym typeface="Wingdings" panose="05000000000000000000" pitchFamily="2" charset="2"/>
              </a:rPr>
              <a:t>To create a partner</a:t>
            </a:r>
          </a:p>
          <a:p>
            <a:endParaRPr lang="en-US" sz="1600" dirty="0">
              <a:sym typeface="Wingdings" panose="05000000000000000000" pitchFamily="2" charset="2"/>
            </a:endParaRPr>
          </a:p>
          <a:p>
            <a:pPr>
              <a:buFont typeface="Arial" pitchFamily="34" charset="0"/>
              <a:buChar char="•"/>
            </a:pPr>
            <a:r>
              <a:rPr lang="en-US" sz="1600" dirty="0">
                <a:sym typeface="Wingdings" panose="05000000000000000000" pitchFamily="2" charset="2"/>
              </a:rPr>
              <a:t>From the partner creation form select the radio button “</a:t>
            </a:r>
            <a:r>
              <a:rPr lang="en-US" sz="1600" b="1" dirty="0">
                <a:sym typeface="Wingdings" panose="05000000000000000000" pitchFamily="2" charset="2"/>
              </a:rPr>
              <a:t>Individual” </a:t>
            </a:r>
            <a:r>
              <a:rPr lang="en-US" sz="1600" dirty="0">
                <a:sym typeface="Wingdings" panose="05000000000000000000" pitchFamily="2" charset="2"/>
              </a:rPr>
              <a:t>or “</a:t>
            </a:r>
            <a:r>
              <a:rPr lang="en-US" sz="1600" b="1" dirty="0">
                <a:sym typeface="Wingdings" panose="05000000000000000000" pitchFamily="2" charset="2"/>
              </a:rPr>
              <a:t>Company”</a:t>
            </a:r>
            <a:r>
              <a:rPr lang="en-US" sz="1600" dirty="0">
                <a:sym typeface="Wingdings" panose="05000000000000000000" pitchFamily="2" charset="2"/>
              </a:rPr>
              <a:t> </a:t>
            </a:r>
          </a:p>
          <a:p>
            <a:pPr>
              <a:buFont typeface="Arial" pitchFamily="34" charset="0"/>
              <a:buChar char="•"/>
            </a:pPr>
            <a:r>
              <a:rPr lang="en-US" sz="1600" dirty="0"/>
              <a:t>Select “</a:t>
            </a:r>
            <a:r>
              <a:rPr lang="en-US" sz="1600" b="1" dirty="0"/>
              <a:t>Rental Customer?”</a:t>
            </a:r>
            <a:r>
              <a:rPr lang="en-US" sz="1600" dirty="0"/>
              <a:t> if it’s a rental customer</a:t>
            </a:r>
            <a:endParaRPr lang="en-IN" sz="1600" b="1" i="0" dirty="0">
              <a:solidFill>
                <a:srgbClr val="4C4C4C"/>
              </a:solidFill>
              <a:effectLst/>
              <a:latin typeface="Roboto" panose="020B0604020202020204" pitchFamily="2" charset="0"/>
            </a:endParaRPr>
          </a:p>
          <a:p>
            <a:pPr>
              <a:buFont typeface="Arial" pitchFamily="34" charset="0"/>
              <a:buChar char="•"/>
            </a:pPr>
            <a:r>
              <a:rPr lang="en-US" sz="1600" dirty="0"/>
              <a:t>Select “</a:t>
            </a:r>
            <a:r>
              <a:rPr lang="en-US" sz="1600" b="1" dirty="0"/>
              <a:t>Is Driver”</a:t>
            </a:r>
            <a:r>
              <a:rPr lang="en-US" sz="1600" dirty="0"/>
              <a:t> if it’s a driver</a:t>
            </a:r>
          </a:p>
          <a:p>
            <a:pPr>
              <a:buFont typeface="Arial" pitchFamily="34" charset="0"/>
              <a:buChar char="•"/>
            </a:pPr>
            <a:r>
              <a:rPr lang="en-US" sz="1600" dirty="0"/>
              <a:t>From the “Sales &amp; Purchases” tab select “Salesperson” to assign salesman.</a:t>
            </a:r>
          </a:p>
          <a:p>
            <a:pPr>
              <a:buFont typeface="Arial" pitchFamily="34" charset="0"/>
              <a:buChar char="•"/>
            </a:pPr>
            <a:r>
              <a:rPr lang="en-US" sz="1600" dirty="0">
                <a:sym typeface="Wingdings" panose="05000000000000000000" pitchFamily="2" charset="2"/>
              </a:rPr>
              <a:t>Enter the details</a:t>
            </a:r>
          </a:p>
          <a:p>
            <a:pPr>
              <a:buFont typeface="Arial" pitchFamily="34" charset="0"/>
              <a:buChar char="•"/>
            </a:pPr>
            <a:r>
              <a:rPr lang="en-US" sz="1600" dirty="0"/>
              <a:t>Save</a:t>
            </a:r>
          </a:p>
          <a:p>
            <a:pPr>
              <a:buFont typeface="Arial" pitchFamily="34" charset="0"/>
              <a:buChar char="•"/>
            </a:pPr>
            <a:endParaRPr lang="en-US" sz="16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p:txBody>
      </p:sp>
      <p:graphicFrame>
        <p:nvGraphicFramePr>
          <p:cNvPr id="4" name="Table 3">
            <a:extLst>
              <a:ext uri="{FF2B5EF4-FFF2-40B4-BE49-F238E27FC236}">
                <a16:creationId xmlns:a16="http://schemas.microsoft.com/office/drawing/2014/main" id="{9EC8B0E7-31EA-ED21-FABC-B587A1F18435}"/>
              </a:ext>
            </a:extLst>
          </p:cNvPr>
          <p:cNvGraphicFramePr>
            <a:graphicFrameLocks noGrp="1"/>
          </p:cNvGraphicFramePr>
          <p:nvPr>
            <p:extLst>
              <p:ext uri="{D42A27DB-BD31-4B8C-83A1-F6EECF244321}">
                <p14:modId xmlns:p14="http://schemas.microsoft.com/office/powerpoint/2010/main" val="3437047815"/>
              </p:ext>
            </p:extLst>
          </p:nvPr>
        </p:nvGraphicFramePr>
        <p:xfrm>
          <a:off x="735012" y="1493838"/>
          <a:ext cx="9221787" cy="1080189"/>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698519655"/>
                    </a:ext>
                  </a:extLst>
                </a:gridCol>
              </a:tblGrid>
              <a:tr h="360063">
                <a:tc>
                  <a:txBody>
                    <a:bodyPr/>
                    <a:lstStyle/>
                    <a:p>
                      <a:r>
                        <a:rPr lang="en-IN" sz="1400" dirty="0"/>
                        <a:t>Menu</a:t>
                      </a:r>
                    </a:p>
                  </a:txBody>
                  <a:tcPr/>
                </a:tc>
                <a:extLst>
                  <a:ext uri="{0D108BD9-81ED-4DB2-BD59-A6C34878D82A}">
                    <a16:rowId xmlns:a16="http://schemas.microsoft.com/office/drawing/2014/main" val="1893692818"/>
                  </a:ext>
                </a:extLst>
              </a:tr>
              <a:tr h="360063">
                <a:tc>
                  <a:txBody>
                    <a:bodyPr/>
                    <a:lstStyle/>
                    <a:p>
                      <a:r>
                        <a:rPr lang="en-IN" sz="1400" dirty="0"/>
                        <a:t>Purchase -&gt; Orders -&gt; Vendors</a:t>
                      </a:r>
                    </a:p>
                  </a:txBody>
                  <a:tcPr/>
                </a:tc>
                <a:extLst>
                  <a:ext uri="{0D108BD9-81ED-4DB2-BD59-A6C34878D82A}">
                    <a16:rowId xmlns:a16="http://schemas.microsoft.com/office/drawing/2014/main" val="2591333979"/>
                  </a:ext>
                </a:extLst>
              </a:tr>
              <a:tr h="360063">
                <a:tc>
                  <a:txBody>
                    <a:bodyPr/>
                    <a:lstStyle/>
                    <a:p>
                      <a:r>
                        <a:rPr lang="en-IN" sz="1400" dirty="0"/>
                        <a:t>Invoicing -&gt; Vendors -&gt; Vendors</a:t>
                      </a:r>
                    </a:p>
                  </a:txBody>
                  <a:tcPr/>
                </a:tc>
                <a:extLst>
                  <a:ext uri="{0D108BD9-81ED-4DB2-BD59-A6C34878D82A}">
                    <a16:rowId xmlns:a16="http://schemas.microsoft.com/office/drawing/2014/main" val="123074160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FDDBD-EB6B-0E17-8A13-E3DA7741D034}"/>
              </a:ext>
            </a:extLst>
          </p:cNvPr>
          <p:cNvSpPr>
            <a:spLocks noGrp="1"/>
          </p:cNvSpPr>
          <p:nvPr>
            <p:ph type="title"/>
          </p:nvPr>
        </p:nvSpPr>
        <p:spPr>
          <a:xfrm>
            <a:off x="1369014" y="2269663"/>
            <a:ext cx="7953783" cy="1472923"/>
          </a:xfrm>
        </p:spPr>
        <p:txBody>
          <a:bodyPr/>
          <a:lstStyle/>
          <a:p>
            <a:r>
              <a:rPr lang="en-IN" dirty="0"/>
              <a:t>Vehicle Purchase operations</a:t>
            </a:r>
          </a:p>
        </p:txBody>
      </p:sp>
    </p:spTree>
    <p:extLst>
      <p:ext uri="{BB962C8B-B14F-4D97-AF65-F5344CB8AC3E}">
        <p14:creationId xmlns:p14="http://schemas.microsoft.com/office/powerpoint/2010/main" val="1877840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313" y="286372"/>
            <a:ext cx="7464993" cy="902665"/>
          </a:xfrm>
        </p:spPr>
        <p:txBody>
          <a:bodyPr/>
          <a:lstStyle/>
          <a:p>
            <a:r>
              <a:rPr lang="en-US" dirty="0"/>
              <a:t>Vehicle Purchasing</a:t>
            </a:r>
          </a:p>
        </p:txBody>
      </p:sp>
      <p:graphicFrame>
        <p:nvGraphicFramePr>
          <p:cNvPr id="4" name="Content Placeholder 5">
            <a:extLst>
              <a:ext uri="{FF2B5EF4-FFF2-40B4-BE49-F238E27FC236}">
                <a16:creationId xmlns:a16="http://schemas.microsoft.com/office/drawing/2014/main" id="{8C4ABA3A-D4F9-44F4-B34A-0647553A58FC}"/>
              </a:ext>
            </a:extLst>
          </p:cNvPr>
          <p:cNvGraphicFramePr>
            <a:graphicFrameLocks/>
          </p:cNvGraphicFramePr>
          <p:nvPr>
            <p:extLst>
              <p:ext uri="{D42A27DB-BD31-4B8C-83A1-F6EECF244321}">
                <p14:modId xmlns:p14="http://schemas.microsoft.com/office/powerpoint/2010/main" val="2765489735"/>
              </p:ext>
            </p:extLst>
          </p:nvPr>
        </p:nvGraphicFramePr>
        <p:xfrm>
          <a:off x="457200" y="1028700"/>
          <a:ext cx="8229600" cy="4809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5686A060-81FE-4BFC-A8E7-F1BF2E1C715F}"/>
              </a:ext>
            </a:extLst>
          </p:cNvPr>
          <p:cNvGraphicFramePr>
            <a:graphicFrameLocks noGrp="1"/>
          </p:cNvGraphicFramePr>
          <p:nvPr>
            <p:ph idx="1"/>
            <p:extLst>
              <p:ext uri="{D42A27DB-BD31-4B8C-83A1-F6EECF244321}">
                <p14:modId xmlns:p14="http://schemas.microsoft.com/office/powerpoint/2010/main" val="2716112176"/>
              </p:ext>
            </p:extLst>
          </p:nvPr>
        </p:nvGraphicFramePr>
        <p:xfrm>
          <a:off x="850106" y="1722437"/>
          <a:ext cx="76962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
            <a:extLst>
              <a:ext uri="{FF2B5EF4-FFF2-40B4-BE49-F238E27FC236}">
                <a16:creationId xmlns:a16="http://schemas.microsoft.com/office/drawing/2014/main" id="{0BE33976-6EE0-474F-98FA-4A0E0D8FE841}"/>
              </a:ext>
            </a:extLst>
          </p:cNvPr>
          <p:cNvSpPr>
            <a:spLocks noGrp="1"/>
          </p:cNvSpPr>
          <p:nvPr>
            <p:ph type="title"/>
          </p:nvPr>
        </p:nvSpPr>
        <p:spPr>
          <a:xfrm>
            <a:off x="1840706" y="274637"/>
            <a:ext cx="7067128" cy="990600"/>
          </a:xfrm>
        </p:spPr>
        <p:txBody>
          <a:bodyPr/>
          <a:lstStyle/>
          <a:p>
            <a:r>
              <a:rPr lang="en-US" dirty="0"/>
              <a:t>Purchasing &amp; Inventory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Purchase Vehicles</a:t>
            </a:r>
            <a:endParaRPr lang="en-US" sz="3200" dirty="0">
              <a:solidFill>
                <a:srgbClr val="00B050"/>
              </a:solidFill>
            </a:endParaRPr>
          </a:p>
        </p:txBody>
      </p:sp>
      <p:pic>
        <p:nvPicPr>
          <p:cNvPr id="3" name="Picture 2">
            <a:extLst>
              <a:ext uri="{FF2B5EF4-FFF2-40B4-BE49-F238E27FC236}">
                <a16:creationId xmlns:a16="http://schemas.microsoft.com/office/drawing/2014/main" id="{B9DDDF5C-8D33-4DCB-BD26-5DEAC45861E9}"/>
              </a:ext>
            </a:extLst>
          </p:cNvPr>
          <p:cNvPicPr>
            <a:picLocks noChangeAspect="1"/>
          </p:cNvPicPr>
          <p:nvPr/>
        </p:nvPicPr>
        <p:blipFill>
          <a:blip r:embed="rId2"/>
          <a:stretch>
            <a:fillRect/>
          </a:stretch>
        </p:blipFill>
        <p:spPr>
          <a:xfrm>
            <a:off x="696119" y="1646237"/>
            <a:ext cx="9221788" cy="2895600"/>
          </a:xfrm>
          <a:prstGeom prst="rect">
            <a:avLst/>
          </a:prstGeom>
        </p:spPr>
      </p:pic>
      <p:graphicFrame>
        <p:nvGraphicFramePr>
          <p:cNvPr id="5" name="Table 4">
            <a:extLst>
              <a:ext uri="{FF2B5EF4-FFF2-40B4-BE49-F238E27FC236}">
                <a16:creationId xmlns:a16="http://schemas.microsoft.com/office/drawing/2014/main" id="{D96E7020-A5A0-1BF2-10B5-8123EE965FF7}"/>
              </a:ext>
            </a:extLst>
          </p:cNvPr>
          <p:cNvGraphicFramePr>
            <a:graphicFrameLocks noGrp="1"/>
          </p:cNvGraphicFramePr>
          <p:nvPr>
            <p:extLst>
              <p:ext uri="{D42A27DB-BD31-4B8C-83A1-F6EECF244321}">
                <p14:modId xmlns:p14="http://schemas.microsoft.com/office/powerpoint/2010/main" val="2849930026"/>
              </p:ext>
            </p:extLst>
          </p:nvPr>
        </p:nvGraphicFramePr>
        <p:xfrm>
          <a:off x="696119" y="836077"/>
          <a:ext cx="9221787" cy="65776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844662071"/>
                    </a:ext>
                  </a:extLst>
                </a:gridCol>
              </a:tblGrid>
              <a:tr h="328880">
                <a:tc>
                  <a:txBody>
                    <a:bodyPr/>
                    <a:lstStyle/>
                    <a:p>
                      <a:pPr algn="l"/>
                      <a:r>
                        <a:rPr lang="en-IN" sz="1400" dirty="0"/>
                        <a:t>Menu</a:t>
                      </a:r>
                    </a:p>
                  </a:txBody>
                  <a:tcPr/>
                </a:tc>
                <a:extLst>
                  <a:ext uri="{0D108BD9-81ED-4DB2-BD59-A6C34878D82A}">
                    <a16:rowId xmlns:a16="http://schemas.microsoft.com/office/drawing/2014/main" val="1670991392"/>
                  </a:ext>
                </a:extLst>
              </a:tr>
              <a:tr h="328880">
                <a:tc>
                  <a:txBody>
                    <a:bodyPr/>
                    <a:lstStyle/>
                    <a:p>
                      <a:pPr algn="l"/>
                      <a:r>
                        <a:rPr lang="en-IN" sz="1400" dirty="0"/>
                        <a:t>Purchase -&gt; Orders -&gt; Requests for quotation</a:t>
                      </a:r>
                    </a:p>
                  </a:txBody>
                  <a:tcPr/>
                </a:tc>
                <a:extLst>
                  <a:ext uri="{0D108BD9-81ED-4DB2-BD59-A6C34878D82A}">
                    <a16:rowId xmlns:a16="http://schemas.microsoft.com/office/drawing/2014/main" val="581501583"/>
                  </a:ext>
                </a:extLst>
              </a:tr>
            </a:tbl>
          </a:graphicData>
        </a:graphic>
      </p:graphicFrame>
      <p:sp>
        <p:nvSpPr>
          <p:cNvPr id="6" name="Subtitle 2">
            <a:extLst>
              <a:ext uri="{FF2B5EF4-FFF2-40B4-BE49-F238E27FC236}">
                <a16:creationId xmlns:a16="http://schemas.microsoft.com/office/drawing/2014/main" id="{5DAAF5D0-5FA7-8B7F-ACFC-740D39013600}"/>
              </a:ext>
            </a:extLst>
          </p:cNvPr>
          <p:cNvSpPr txBox="1">
            <a:spLocks/>
          </p:cNvSpPr>
          <p:nvPr/>
        </p:nvSpPr>
        <p:spPr>
          <a:xfrm>
            <a:off x="696119" y="4770437"/>
            <a:ext cx="9221787" cy="1905000"/>
          </a:xfrm>
          <a:prstGeom prst="rect">
            <a:avLst/>
          </a:prstGeom>
        </p:spPr>
        <p:txBody>
          <a:bodyPr vert="horz" lIns="91440" tIns="45720" rIns="91440" bIns="45720" rtlCol="0">
            <a:normAutofit lnSpcReduction="10000"/>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b="1" u="sng" dirty="0"/>
              <a:t>Request For Quotation</a:t>
            </a:r>
          </a:p>
          <a:p>
            <a:r>
              <a:rPr lang="en-US" sz="1400" dirty="0"/>
              <a:t>Select Vendor</a:t>
            </a:r>
          </a:p>
          <a:p>
            <a:r>
              <a:rPr lang="en-US" sz="1400" dirty="0"/>
              <a:t>Select “Product(s)”</a:t>
            </a:r>
          </a:p>
          <a:p>
            <a:r>
              <a:rPr lang="en-US" sz="1400" dirty="0"/>
              <a:t>Enter Quantity &amp; Purchase price</a:t>
            </a:r>
          </a:p>
          <a:p>
            <a:r>
              <a:rPr lang="en-US" sz="1400" dirty="0"/>
              <a:t>Save</a:t>
            </a:r>
          </a:p>
          <a:p>
            <a:r>
              <a:rPr lang="en-US" sz="1400" dirty="0"/>
              <a:t>Click on “SEND RFQ BY EMAIL”</a:t>
            </a:r>
            <a:r>
              <a:rPr lang="en-US" sz="1400" b="1" dirty="0"/>
              <a:t>  </a:t>
            </a:r>
            <a:r>
              <a:rPr lang="en-US" sz="1400" dirty="0"/>
              <a:t>to send the RFQ to the vendor</a:t>
            </a:r>
          </a:p>
          <a:p>
            <a:endParaRPr lang="en-US" sz="1400" dirty="0"/>
          </a:p>
          <a:p>
            <a:endParaRPr lang="en-US" sz="2300" dirty="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Purchase Vehicles</a:t>
            </a:r>
            <a:endParaRPr lang="en-US" sz="3200" dirty="0"/>
          </a:p>
        </p:txBody>
      </p:sp>
      <p:sp>
        <p:nvSpPr>
          <p:cNvPr id="8" name="Subtitle 2"/>
          <p:cNvSpPr>
            <a:spLocks noGrp="1"/>
          </p:cNvSpPr>
          <p:nvPr>
            <p:ph type="subTitle" idx="1"/>
          </p:nvPr>
        </p:nvSpPr>
        <p:spPr>
          <a:xfrm>
            <a:off x="298846" y="5532437"/>
            <a:ext cx="8018860" cy="1905000"/>
          </a:xfrm>
        </p:spPr>
        <p:txBody>
          <a:bodyPr>
            <a:normAutofit/>
          </a:bodyPr>
          <a:lstStyle/>
          <a:p>
            <a:pPr algn="l"/>
            <a:r>
              <a:rPr lang="en-US" sz="1400" b="1" u="sng" dirty="0"/>
              <a:t>Purchase Order</a:t>
            </a:r>
          </a:p>
          <a:p>
            <a:pPr algn="l">
              <a:buFont typeface="Arial" pitchFamily="34" charset="0"/>
              <a:buChar char="•"/>
            </a:pPr>
            <a:r>
              <a:rPr lang="en-US" sz="1400" dirty="0"/>
              <a:t>Click on “CONFIRM ORDER”</a:t>
            </a:r>
            <a:r>
              <a:rPr lang="en-US" sz="1400" b="1" dirty="0"/>
              <a:t>  </a:t>
            </a:r>
            <a:r>
              <a:rPr lang="en-US" sz="1400" dirty="0"/>
              <a:t>to confirm the RFQ to PO</a:t>
            </a:r>
          </a:p>
          <a:p>
            <a:pPr algn="l">
              <a:buFont typeface="Arial" pitchFamily="34" charset="0"/>
              <a:buChar char="•"/>
            </a:pPr>
            <a:r>
              <a:rPr lang="en-US" sz="1400" dirty="0"/>
              <a:t>The PO and an GRN in the inventory will be generated</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C4EDA434-F9B7-4320-9AFD-29AACEE857B5}"/>
              </a:ext>
            </a:extLst>
          </p:cNvPr>
          <p:cNvPicPr>
            <a:picLocks noChangeAspect="1"/>
          </p:cNvPicPr>
          <p:nvPr/>
        </p:nvPicPr>
        <p:blipFill>
          <a:blip r:embed="rId2"/>
          <a:stretch>
            <a:fillRect/>
          </a:stretch>
        </p:blipFill>
        <p:spPr>
          <a:xfrm>
            <a:off x="329225" y="1107871"/>
            <a:ext cx="9695260" cy="419596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Receive Vehicles</a:t>
            </a:r>
            <a:endParaRPr lang="en-US" sz="3200" dirty="0"/>
          </a:p>
        </p:txBody>
      </p:sp>
      <p:sp>
        <p:nvSpPr>
          <p:cNvPr id="8" name="Subtitle 2"/>
          <p:cNvSpPr>
            <a:spLocks noGrp="1"/>
          </p:cNvSpPr>
          <p:nvPr>
            <p:ph type="subTitle" idx="1"/>
          </p:nvPr>
        </p:nvSpPr>
        <p:spPr>
          <a:xfrm>
            <a:off x="735013" y="4237037"/>
            <a:ext cx="8286353" cy="2514601"/>
          </a:xfrm>
        </p:spPr>
        <p:txBody>
          <a:bodyPr>
            <a:normAutofit/>
          </a:bodyPr>
          <a:lstStyle/>
          <a:p>
            <a:pPr algn="l"/>
            <a:r>
              <a:rPr lang="en-US" sz="1400" b="1" u="sng" dirty="0"/>
              <a:t>Pre-Registration Receiving</a:t>
            </a:r>
          </a:p>
          <a:p>
            <a:pPr algn="l">
              <a:buFont typeface="Arial" pitchFamily="34" charset="0"/>
              <a:buChar char="•"/>
            </a:pPr>
            <a:r>
              <a:rPr lang="en-US" sz="1400" dirty="0"/>
              <a:t>This card will display the number of GRNs to be received</a:t>
            </a:r>
          </a:p>
          <a:p>
            <a:pPr algn="l">
              <a:buFont typeface="Arial" pitchFamily="34" charset="0"/>
              <a:buChar char="•"/>
            </a:pPr>
            <a:r>
              <a:rPr lang="en-US" sz="1400" dirty="0"/>
              <a:t>GRN will be automatically created upon confirmation of PO</a:t>
            </a:r>
          </a:p>
          <a:p>
            <a:pPr algn="l">
              <a:buFont typeface="Arial" pitchFamily="34" charset="0"/>
              <a:buChar char="•"/>
            </a:pPr>
            <a:r>
              <a:rPr lang="en-US" sz="1400" dirty="0"/>
              <a:t>Clicking on the blue button will list all the GRNs</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F4EF7C78-2438-426F-A153-3B6F085C41E4}"/>
              </a:ext>
            </a:extLst>
          </p:cNvPr>
          <p:cNvPicPr>
            <a:picLocks noChangeAspect="1"/>
          </p:cNvPicPr>
          <p:nvPr/>
        </p:nvPicPr>
        <p:blipFill>
          <a:blip r:embed="rId2"/>
          <a:stretch>
            <a:fillRect/>
          </a:stretch>
        </p:blipFill>
        <p:spPr>
          <a:xfrm>
            <a:off x="659606" y="1826678"/>
            <a:ext cx="9372600" cy="2410359"/>
          </a:xfrm>
          <a:prstGeom prst="rect">
            <a:avLst/>
          </a:prstGeom>
        </p:spPr>
      </p:pic>
      <p:graphicFrame>
        <p:nvGraphicFramePr>
          <p:cNvPr id="2" name="Table 1">
            <a:extLst>
              <a:ext uri="{FF2B5EF4-FFF2-40B4-BE49-F238E27FC236}">
                <a16:creationId xmlns:a16="http://schemas.microsoft.com/office/drawing/2014/main" id="{023D80AD-3AD0-AD7D-AED0-6BF500520CD7}"/>
              </a:ext>
            </a:extLst>
          </p:cNvPr>
          <p:cNvGraphicFramePr>
            <a:graphicFrameLocks noGrp="1"/>
          </p:cNvGraphicFramePr>
          <p:nvPr>
            <p:extLst>
              <p:ext uri="{D42A27DB-BD31-4B8C-83A1-F6EECF244321}">
                <p14:modId xmlns:p14="http://schemas.microsoft.com/office/powerpoint/2010/main" val="520432648"/>
              </p:ext>
            </p:extLst>
          </p:nvPr>
        </p:nvGraphicFramePr>
        <p:xfrm>
          <a:off x="735013" y="808037"/>
          <a:ext cx="9221787" cy="65776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2286301878"/>
                    </a:ext>
                  </a:extLst>
                </a:gridCol>
              </a:tblGrid>
              <a:tr h="328880">
                <a:tc>
                  <a:txBody>
                    <a:bodyPr/>
                    <a:lstStyle/>
                    <a:p>
                      <a:pPr algn="l"/>
                      <a:r>
                        <a:rPr lang="en-IN" sz="1400" dirty="0"/>
                        <a:t>Menu</a:t>
                      </a:r>
                    </a:p>
                  </a:txBody>
                  <a:tcPr/>
                </a:tc>
                <a:extLst>
                  <a:ext uri="{0D108BD9-81ED-4DB2-BD59-A6C34878D82A}">
                    <a16:rowId xmlns:a16="http://schemas.microsoft.com/office/drawing/2014/main" val="3102348395"/>
                  </a:ext>
                </a:extLst>
              </a:tr>
              <a:tr h="328880">
                <a:tc>
                  <a:txBody>
                    <a:bodyPr/>
                    <a:lstStyle/>
                    <a:p>
                      <a:pPr algn="l"/>
                      <a:r>
                        <a:rPr lang="en-IN" sz="1400" dirty="0"/>
                        <a:t>Inventory -&gt; Dashboard -&gt; Pre Registration Receiving</a:t>
                      </a:r>
                    </a:p>
                  </a:txBody>
                  <a:tcPr/>
                </a:tc>
                <a:extLst>
                  <a:ext uri="{0D108BD9-81ED-4DB2-BD59-A6C34878D82A}">
                    <a16:rowId xmlns:a16="http://schemas.microsoft.com/office/drawing/2014/main" val="114771232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Receive Vehicles</a:t>
            </a:r>
            <a:endParaRPr lang="en-US" sz="3200" dirty="0"/>
          </a:p>
        </p:txBody>
      </p:sp>
      <p:sp>
        <p:nvSpPr>
          <p:cNvPr id="8" name="Subtitle 2"/>
          <p:cNvSpPr>
            <a:spLocks noGrp="1"/>
          </p:cNvSpPr>
          <p:nvPr>
            <p:ph type="subTitle" idx="1"/>
          </p:nvPr>
        </p:nvSpPr>
        <p:spPr>
          <a:xfrm>
            <a:off x="850104" y="5837237"/>
            <a:ext cx="7467601" cy="1295400"/>
          </a:xfrm>
        </p:spPr>
        <p:txBody>
          <a:bodyPr>
            <a:normAutofit/>
          </a:bodyPr>
          <a:lstStyle/>
          <a:p>
            <a:pPr algn="l"/>
            <a:r>
              <a:rPr lang="en-US" sz="1400" b="1" u="sng" dirty="0"/>
              <a:t>GRN</a:t>
            </a:r>
          </a:p>
          <a:p>
            <a:pPr algn="l">
              <a:buFont typeface="Arial" pitchFamily="34" charset="0"/>
              <a:buChar char="•"/>
            </a:pPr>
            <a:r>
              <a:rPr lang="en-US" sz="1400" dirty="0"/>
              <a:t>To record each vehicle in a GRN, click on the 3 lines icon as highlighted</a:t>
            </a:r>
          </a:p>
          <a:p>
            <a:pPr algn="l">
              <a:buFont typeface="Arial" pitchFamily="34" charset="0"/>
              <a:buChar char="•"/>
            </a:pPr>
            <a:r>
              <a:rPr lang="en-US" sz="1400" dirty="0"/>
              <a:t>This will open a popup window to enter the unique serial number for each vehicle</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9" name="Picture 8">
            <a:extLst>
              <a:ext uri="{FF2B5EF4-FFF2-40B4-BE49-F238E27FC236}">
                <a16:creationId xmlns:a16="http://schemas.microsoft.com/office/drawing/2014/main" id="{108D5360-99A6-4DC5-8E21-4065FEDC5791}"/>
              </a:ext>
            </a:extLst>
          </p:cNvPr>
          <p:cNvPicPr>
            <a:picLocks noChangeAspect="1"/>
          </p:cNvPicPr>
          <p:nvPr/>
        </p:nvPicPr>
        <p:blipFill>
          <a:blip r:embed="rId2"/>
          <a:stretch>
            <a:fillRect/>
          </a:stretch>
        </p:blipFill>
        <p:spPr>
          <a:xfrm>
            <a:off x="850105" y="1265238"/>
            <a:ext cx="9067801" cy="43315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Receive Vehicles</a:t>
            </a:r>
            <a:endParaRPr lang="en-US" sz="3200" dirty="0"/>
          </a:p>
        </p:txBody>
      </p:sp>
      <p:sp>
        <p:nvSpPr>
          <p:cNvPr id="8" name="Subtitle 2"/>
          <p:cNvSpPr>
            <a:spLocks noGrp="1"/>
          </p:cNvSpPr>
          <p:nvPr>
            <p:ph type="subTitle" idx="1"/>
          </p:nvPr>
        </p:nvSpPr>
        <p:spPr>
          <a:xfrm>
            <a:off x="298846" y="5532437"/>
            <a:ext cx="8018860" cy="1905000"/>
          </a:xfrm>
        </p:spPr>
        <p:txBody>
          <a:bodyPr>
            <a:normAutofit/>
          </a:bodyPr>
          <a:lstStyle/>
          <a:p>
            <a:pPr algn="l"/>
            <a:r>
              <a:rPr lang="en-US" sz="1400" b="1" u="sng" dirty="0"/>
              <a:t>Lot/Serial Number Details</a:t>
            </a:r>
          </a:p>
          <a:p>
            <a:pPr algn="l">
              <a:buFont typeface="Arial" pitchFamily="34" charset="0"/>
              <a:buChar char="•"/>
            </a:pPr>
            <a:r>
              <a:rPr lang="en-US" sz="1400" dirty="0"/>
              <a:t>Click on Add an item to open a new line and enter the unique serial number.</a:t>
            </a:r>
          </a:p>
          <a:p>
            <a:pPr algn="l">
              <a:buFont typeface="Arial" pitchFamily="34" charset="0"/>
              <a:buChar char="•"/>
            </a:pPr>
            <a:r>
              <a:rPr lang="en-US" sz="1400" dirty="0"/>
              <a:t>Once all the serial numbers(vehicles) are entered then click Confirm</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25FB2162-EDF1-4855-A568-7155251E5C8E}"/>
              </a:ext>
            </a:extLst>
          </p:cNvPr>
          <p:cNvPicPr>
            <a:picLocks noChangeAspect="1"/>
          </p:cNvPicPr>
          <p:nvPr/>
        </p:nvPicPr>
        <p:blipFill>
          <a:blip r:embed="rId2"/>
          <a:stretch>
            <a:fillRect/>
          </a:stretch>
        </p:blipFill>
        <p:spPr>
          <a:xfrm>
            <a:off x="697707" y="1370351"/>
            <a:ext cx="9448800" cy="400968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Receive Vehicles</a:t>
            </a:r>
            <a:endParaRPr lang="en-US" sz="3200" dirty="0">
              <a:solidFill>
                <a:srgbClr val="00B050"/>
              </a:solidFill>
            </a:endParaRPr>
          </a:p>
        </p:txBody>
      </p:sp>
      <p:sp>
        <p:nvSpPr>
          <p:cNvPr id="8" name="Subtitle 2"/>
          <p:cNvSpPr>
            <a:spLocks noGrp="1"/>
          </p:cNvSpPr>
          <p:nvPr>
            <p:ph type="subTitle" idx="1"/>
          </p:nvPr>
        </p:nvSpPr>
        <p:spPr>
          <a:xfrm>
            <a:off x="298846" y="5532437"/>
            <a:ext cx="8018860" cy="1905000"/>
          </a:xfrm>
        </p:spPr>
        <p:txBody>
          <a:bodyPr>
            <a:normAutofit lnSpcReduction="10000"/>
          </a:bodyPr>
          <a:lstStyle/>
          <a:p>
            <a:pPr algn="l"/>
            <a:r>
              <a:rPr lang="en-US" sz="1400" b="1" u="sng" dirty="0"/>
              <a:t>Lot/Serial Number Details</a:t>
            </a:r>
          </a:p>
          <a:p>
            <a:pPr algn="l">
              <a:buFont typeface="Arial" pitchFamily="34" charset="0"/>
              <a:buChar char="•"/>
            </a:pPr>
            <a:r>
              <a:rPr lang="en-US" sz="1400" dirty="0"/>
              <a:t>After recording all the serial numbers, Click on Validate. This will perform the below actions.</a:t>
            </a:r>
          </a:p>
          <a:p>
            <a:pPr marL="342900" indent="-342900" algn="l">
              <a:buFont typeface="+mj-lt"/>
              <a:buAutoNum type="arabicPeriod"/>
            </a:pPr>
            <a:r>
              <a:rPr lang="en-US" sz="1400" dirty="0"/>
              <a:t>Change the GRN status to “Done”</a:t>
            </a:r>
          </a:p>
          <a:p>
            <a:pPr marL="342900" indent="-342900" algn="l">
              <a:buFont typeface="+mj-lt"/>
              <a:buAutoNum type="arabicPeriod"/>
            </a:pPr>
            <a:r>
              <a:rPr lang="en-US" sz="1400" dirty="0"/>
              <a:t>Update the delivered quantity in the PO</a:t>
            </a:r>
          </a:p>
          <a:p>
            <a:pPr marL="342900" indent="-342900" algn="l">
              <a:buFont typeface="+mj-lt"/>
              <a:buAutoNum type="arabicPeriod"/>
            </a:pPr>
            <a:r>
              <a:rPr lang="en-US" sz="1400" dirty="0"/>
              <a:t>Create a new vehicle for each serial number in the fleet</a:t>
            </a:r>
          </a:p>
          <a:p>
            <a:pPr marL="342900" indent="-342900" algn="l">
              <a:buFont typeface="+mj-lt"/>
              <a:buAutoNum type="arabicPeriod"/>
            </a:pPr>
            <a:r>
              <a:rPr lang="en-US" sz="1400" dirty="0"/>
              <a:t>Create an analytic account and an Asset document for each vehicle</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078D94AC-41D3-45FF-A1E7-EB7CB8425608}"/>
              </a:ext>
            </a:extLst>
          </p:cNvPr>
          <p:cNvPicPr>
            <a:picLocks noChangeAspect="1"/>
          </p:cNvPicPr>
          <p:nvPr/>
        </p:nvPicPr>
        <p:blipFill>
          <a:blip r:embed="rId2"/>
          <a:stretch>
            <a:fillRect/>
          </a:stretch>
        </p:blipFill>
        <p:spPr>
          <a:xfrm>
            <a:off x="392907" y="1265237"/>
            <a:ext cx="9525000" cy="3886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Generate Vendor Bill</a:t>
            </a:r>
            <a:endParaRPr lang="en-US" sz="3200" dirty="0"/>
          </a:p>
        </p:txBody>
      </p:sp>
      <p:pic>
        <p:nvPicPr>
          <p:cNvPr id="3" name="Picture 2">
            <a:extLst>
              <a:ext uri="{FF2B5EF4-FFF2-40B4-BE49-F238E27FC236}">
                <a16:creationId xmlns:a16="http://schemas.microsoft.com/office/drawing/2014/main" id="{0FB778F4-33E1-470B-A01C-7480E6250CDB}"/>
              </a:ext>
            </a:extLst>
          </p:cNvPr>
          <p:cNvPicPr>
            <a:picLocks noChangeAspect="1"/>
          </p:cNvPicPr>
          <p:nvPr/>
        </p:nvPicPr>
        <p:blipFill>
          <a:blip r:embed="rId2"/>
          <a:stretch>
            <a:fillRect/>
          </a:stretch>
        </p:blipFill>
        <p:spPr>
          <a:xfrm>
            <a:off x="735014" y="2481795"/>
            <a:ext cx="9221786" cy="1831442"/>
          </a:xfrm>
          <a:prstGeom prst="rect">
            <a:avLst/>
          </a:prstGeom>
        </p:spPr>
      </p:pic>
      <p:graphicFrame>
        <p:nvGraphicFramePr>
          <p:cNvPr id="2" name="Table 1">
            <a:extLst>
              <a:ext uri="{FF2B5EF4-FFF2-40B4-BE49-F238E27FC236}">
                <a16:creationId xmlns:a16="http://schemas.microsoft.com/office/drawing/2014/main" id="{77796D78-7B24-0324-E5A7-953577234073}"/>
              </a:ext>
            </a:extLst>
          </p:cNvPr>
          <p:cNvGraphicFramePr>
            <a:graphicFrameLocks noGrp="1"/>
          </p:cNvGraphicFramePr>
          <p:nvPr>
            <p:extLst>
              <p:ext uri="{D42A27DB-BD31-4B8C-83A1-F6EECF244321}">
                <p14:modId xmlns:p14="http://schemas.microsoft.com/office/powerpoint/2010/main" val="3968575910"/>
              </p:ext>
            </p:extLst>
          </p:nvPr>
        </p:nvGraphicFramePr>
        <p:xfrm>
          <a:off x="735013" y="1112837"/>
          <a:ext cx="9221787" cy="7620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908372660"/>
                    </a:ext>
                  </a:extLst>
                </a:gridCol>
              </a:tblGrid>
              <a:tr h="381000">
                <a:tc>
                  <a:txBody>
                    <a:bodyPr/>
                    <a:lstStyle/>
                    <a:p>
                      <a:pPr algn="l"/>
                      <a:r>
                        <a:rPr lang="en-IN" sz="1400" dirty="0"/>
                        <a:t>Menu</a:t>
                      </a:r>
                    </a:p>
                  </a:txBody>
                  <a:tcPr/>
                </a:tc>
                <a:extLst>
                  <a:ext uri="{0D108BD9-81ED-4DB2-BD59-A6C34878D82A}">
                    <a16:rowId xmlns:a16="http://schemas.microsoft.com/office/drawing/2014/main" val="1775773721"/>
                  </a:ext>
                </a:extLst>
              </a:tr>
              <a:tr h="381000">
                <a:tc>
                  <a:txBody>
                    <a:bodyPr/>
                    <a:lstStyle/>
                    <a:p>
                      <a:pPr algn="l"/>
                      <a:r>
                        <a:rPr lang="en-IN" sz="1400" dirty="0"/>
                        <a:t>Purchase -&gt; Purchase -&gt; Purchase Orders</a:t>
                      </a:r>
                    </a:p>
                  </a:txBody>
                  <a:tcPr/>
                </a:tc>
                <a:extLst>
                  <a:ext uri="{0D108BD9-81ED-4DB2-BD59-A6C34878D82A}">
                    <a16:rowId xmlns:a16="http://schemas.microsoft.com/office/drawing/2014/main" val="3776795919"/>
                  </a:ext>
                </a:extLst>
              </a:tr>
            </a:tbl>
          </a:graphicData>
        </a:graphic>
      </p:graphicFrame>
      <p:sp>
        <p:nvSpPr>
          <p:cNvPr id="8" name="Subtitle 2">
            <a:extLst>
              <a:ext uri="{FF2B5EF4-FFF2-40B4-BE49-F238E27FC236}">
                <a16:creationId xmlns:a16="http://schemas.microsoft.com/office/drawing/2014/main" id="{39E30097-F5A0-ECBA-1D6E-64440F43A62D}"/>
              </a:ext>
            </a:extLst>
          </p:cNvPr>
          <p:cNvSpPr>
            <a:spLocks noGrp="1"/>
          </p:cNvSpPr>
          <p:nvPr>
            <p:ph type="subTitle" idx="1"/>
          </p:nvPr>
        </p:nvSpPr>
        <p:spPr>
          <a:xfrm>
            <a:off x="735013" y="4922837"/>
            <a:ext cx="9221787" cy="1831442"/>
          </a:xfrm>
        </p:spPr>
        <p:txBody>
          <a:bodyPr>
            <a:normAutofit/>
          </a:bodyPr>
          <a:lstStyle/>
          <a:p>
            <a:pPr algn="l">
              <a:buFont typeface="Arial" pitchFamily="34" charset="0"/>
              <a:buChar char="•"/>
            </a:pPr>
            <a:r>
              <a:rPr lang="en-US" sz="1400" dirty="0"/>
              <a:t>All the purchase orders will be listed</a:t>
            </a:r>
          </a:p>
          <a:p>
            <a:pPr algn="l">
              <a:buFont typeface="Arial" pitchFamily="34" charset="0"/>
              <a:buChar char="•"/>
            </a:pPr>
            <a:r>
              <a:rPr lang="en-US" sz="1400" dirty="0"/>
              <a:t>Apply “Waiting Bills” in filter section.</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Generate Vendor Bill</a:t>
            </a:r>
            <a:endParaRPr lang="en-US" sz="3200" dirty="0"/>
          </a:p>
        </p:txBody>
      </p:sp>
      <p:sp>
        <p:nvSpPr>
          <p:cNvPr id="8" name="Subtitle 2"/>
          <p:cNvSpPr>
            <a:spLocks noGrp="1"/>
          </p:cNvSpPr>
          <p:nvPr>
            <p:ph type="subTitle" idx="1"/>
          </p:nvPr>
        </p:nvSpPr>
        <p:spPr>
          <a:xfrm>
            <a:off x="1078706" y="1341437"/>
            <a:ext cx="8018860" cy="1676400"/>
          </a:xfrm>
        </p:spPr>
        <p:txBody>
          <a:bodyPr>
            <a:normAutofit/>
          </a:bodyPr>
          <a:lstStyle/>
          <a:p>
            <a:pPr algn="l">
              <a:buFont typeface="Arial" pitchFamily="34" charset="0"/>
              <a:buChar char="•"/>
            </a:pPr>
            <a:r>
              <a:rPr lang="en-US" sz="1400" dirty="0"/>
              <a:t>PO with “Waiting Bills” status are ready to create vendor bills against them</a:t>
            </a:r>
          </a:p>
          <a:p>
            <a:pPr algn="l">
              <a:buFont typeface="Arial" pitchFamily="34" charset="0"/>
              <a:buChar char="•"/>
            </a:pPr>
            <a:r>
              <a:rPr lang="en-US" sz="1400" dirty="0"/>
              <a:t>Open the desired PO and click on  the “create Bill” icon as highlighted</a:t>
            </a:r>
          </a:p>
          <a:p>
            <a:pPr algn="l">
              <a:buFont typeface="Arial" pitchFamily="34" charset="0"/>
              <a:buChar char="•"/>
            </a:pPr>
            <a:r>
              <a:rPr lang="en-US" sz="1400" dirty="0"/>
              <a:t>The draft vendor bill will be generated</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08D04EBD-4F69-466E-BF8F-8FF6BA1F801F}"/>
              </a:ext>
            </a:extLst>
          </p:cNvPr>
          <p:cNvPicPr>
            <a:picLocks noChangeAspect="1"/>
          </p:cNvPicPr>
          <p:nvPr/>
        </p:nvPicPr>
        <p:blipFill>
          <a:blip r:embed="rId2"/>
          <a:stretch>
            <a:fillRect/>
          </a:stretch>
        </p:blipFill>
        <p:spPr>
          <a:xfrm>
            <a:off x="469107" y="3017837"/>
            <a:ext cx="8991600" cy="3581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3BF30-33A7-E5A7-166B-6A800F1A0700}"/>
              </a:ext>
            </a:extLst>
          </p:cNvPr>
          <p:cNvSpPr>
            <a:spLocks noGrp="1"/>
          </p:cNvSpPr>
          <p:nvPr>
            <p:ph type="title"/>
          </p:nvPr>
        </p:nvSpPr>
        <p:spPr/>
        <p:txBody>
          <a:bodyPr/>
          <a:lstStyle/>
          <a:p>
            <a:r>
              <a:rPr lang="en-US" sz="5400" dirty="0"/>
              <a:t>Generate Vendor Bill</a:t>
            </a:r>
            <a:endParaRPr lang="en-IN" sz="3200" dirty="0"/>
          </a:p>
        </p:txBody>
      </p:sp>
      <p:pic>
        <p:nvPicPr>
          <p:cNvPr id="5" name="Picture 4">
            <a:extLst>
              <a:ext uri="{FF2B5EF4-FFF2-40B4-BE49-F238E27FC236}">
                <a16:creationId xmlns:a16="http://schemas.microsoft.com/office/drawing/2014/main" id="{E24BDB02-6B6C-978C-B915-6235DAC54ECE}"/>
              </a:ext>
            </a:extLst>
          </p:cNvPr>
          <p:cNvPicPr>
            <a:picLocks noChangeAspect="1"/>
          </p:cNvPicPr>
          <p:nvPr/>
        </p:nvPicPr>
        <p:blipFill>
          <a:blip r:embed="rId2"/>
          <a:stretch>
            <a:fillRect/>
          </a:stretch>
        </p:blipFill>
        <p:spPr>
          <a:xfrm>
            <a:off x="876605" y="2332037"/>
            <a:ext cx="8686800" cy="3982131"/>
          </a:xfrm>
          <a:prstGeom prst="rect">
            <a:avLst/>
          </a:prstGeom>
        </p:spPr>
      </p:pic>
    </p:spTree>
    <p:extLst>
      <p:ext uri="{BB962C8B-B14F-4D97-AF65-F5344CB8AC3E}">
        <p14:creationId xmlns:p14="http://schemas.microsoft.com/office/powerpoint/2010/main" val="1660071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Generate Vendor Bill</a:t>
            </a:r>
            <a:endParaRPr lang="en-US" sz="3200" dirty="0"/>
          </a:p>
        </p:txBody>
      </p:sp>
      <p:sp>
        <p:nvSpPr>
          <p:cNvPr id="8" name="Subtitle 2"/>
          <p:cNvSpPr>
            <a:spLocks noGrp="1"/>
          </p:cNvSpPr>
          <p:nvPr>
            <p:ph type="subTitle" idx="1"/>
          </p:nvPr>
        </p:nvSpPr>
        <p:spPr>
          <a:xfrm>
            <a:off x="298846" y="5532437"/>
            <a:ext cx="8018860" cy="1905000"/>
          </a:xfrm>
        </p:spPr>
        <p:txBody>
          <a:bodyPr>
            <a:normAutofit/>
          </a:bodyPr>
          <a:lstStyle/>
          <a:p>
            <a:pPr algn="l">
              <a:buFont typeface="Arial" pitchFamily="34" charset="0"/>
              <a:buChar char="•"/>
            </a:pPr>
            <a:r>
              <a:rPr lang="en-US" sz="1400" dirty="0"/>
              <a:t>Modify the draft vendor bill if required</a:t>
            </a:r>
          </a:p>
          <a:p>
            <a:pPr algn="l">
              <a:buFont typeface="Arial" pitchFamily="34" charset="0"/>
              <a:buChar char="•"/>
            </a:pPr>
            <a:r>
              <a:rPr lang="en-US" sz="1400" b="1" dirty="0"/>
              <a:t>Confirm</a:t>
            </a:r>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940516C7-B144-4907-9C40-EC1067670045}"/>
              </a:ext>
            </a:extLst>
          </p:cNvPr>
          <p:cNvPicPr>
            <a:picLocks noChangeAspect="1"/>
          </p:cNvPicPr>
          <p:nvPr/>
        </p:nvPicPr>
        <p:blipFill>
          <a:blip r:embed="rId2"/>
          <a:stretch>
            <a:fillRect/>
          </a:stretch>
        </p:blipFill>
        <p:spPr>
          <a:xfrm>
            <a:off x="392906" y="960436"/>
            <a:ext cx="9829800" cy="441960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Manage Asset &amp; Loan</a:t>
            </a:r>
            <a:endParaRPr lang="en-US" sz="3200" dirty="0">
              <a:solidFill>
                <a:srgbClr val="00B050"/>
              </a:solidFill>
            </a:endParaRPr>
          </a:p>
        </p:txBody>
      </p:sp>
      <p:sp>
        <p:nvSpPr>
          <p:cNvPr id="8" name="Subtitle 2"/>
          <p:cNvSpPr>
            <a:spLocks noGrp="1"/>
          </p:cNvSpPr>
          <p:nvPr>
            <p:ph type="subTitle" idx="1"/>
          </p:nvPr>
        </p:nvSpPr>
        <p:spPr>
          <a:xfrm>
            <a:off x="735013" y="2081295"/>
            <a:ext cx="9221787" cy="1676400"/>
          </a:xfrm>
        </p:spPr>
        <p:txBody>
          <a:bodyPr>
            <a:normAutofit/>
          </a:bodyPr>
          <a:lstStyle/>
          <a:p>
            <a:pPr algn="l"/>
            <a:r>
              <a:rPr lang="en-US" sz="1800" dirty="0"/>
              <a:t>Each Vehicle received in inventory will have an asset record created against it automatically.</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D9360121-F72D-4FA7-B7AA-4E63E7910857}"/>
              </a:ext>
            </a:extLst>
          </p:cNvPr>
          <p:cNvPicPr>
            <a:picLocks noChangeAspect="1"/>
          </p:cNvPicPr>
          <p:nvPr/>
        </p:nvPicPr>
        <p:blipFill>
          <a:blip r:embed="rId2"/>
          <a:stretch>
            <a:fillRect/>
          </a:stretch>
        </p:blipFill>
        <p:spPr>
          <a:xfrm>
            <a:off x="735013" y="2941637"/>
            <a:ext cx="9221787" cy="2506853"/>
          </a:xfrm>
          <a:prstGeom prst="rect">
            <a:avLst/>
          </a:prstGeom>
        </p:spPr>
      </p:pic>
      <p:graphicFrame>
        <p:nvGraphicFramePr>
          <p:cNvPr id="2" name="Table 1">
            <a:extLst>
              <a:ext uri="{FF2B5EF4-FFF2-40B4-BE49-F238E27FC236}">
                <a16:creationId xmlns:a16="http://schemas.microsoft.com/office/drawing/2014/main" id="{02330A0A-8626-5841-25FA-B0CC5C5E3093}"/>
              </a:ext>
            </a:extLst>
          </p:cNvPr>
          <p:cNvGraphicFramePr>
            <a:graphicFrameLocks noGrp="1"/>
          </p:cNvGraphicFramePr>
          <p:nvPr>
            <p:extLst>
              <p:ext uri="{D42A27DB-BD31-4B8C-83A1-F6EECF244321}">
                <p14:modId xmlns:p14="http://schemas.microsoft.com/office/powerpoint/2010/main" val="346541843"/>
              </p:ext>
            </p:extLst>
          </p:nvPr>
        </p:nvGraphicFramePr>
        <p:xfrm>
          <a:off x="735013" y="960437"/>
          <a:ext cx="9221787" cy="735982"/>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3856837746"/>
                    </a:ext>
                  </a:extLst>
                </a:gridCol>
              </a:tblGrid>
              <a:tr h="367991">
                <a:tc>
                  <a:txBody>
                    <a:bodyPr/>
                    <a:lstStyle/>
                    <a:p>
                      <a:pPr algn="l"/>
                      <a:r>
                        <a:rPr lang="en-IN" sz="1400" dirty="0"/>
                        <a:t>Menu</a:t>
                      </a:r>
                    </a:p>
                  </a:txBody>
                  <a:tcPr/>
                </a:tc>
                <a:extLst>
                  <a:ext uri="{0D108BD9-81ED-4DB2-BD59-A6C34878D82A}">
                    <a16:rowId xmlns:a16="http://schemas.microsoft.com/office/drawing/2014/main" val="2849575265"/>
                  </a:ext>
                </a:extLst>
              </a:tr>
              <a:tr h="367991">
                <a:tc>
                  <a:txBody>
                    <a:bodyPr/>
                    <a:lstStyle/>
                    <a:p>
                      <a:pPr algn="l"/>
                      <a:r>
                        <a:rPr lang="en-IN" sz="1400" dirty="0"/>
                        <a:t>Invoicing -&gt; Accounting -&gt; Assets</a:t>
                      </a:r>
                    </a:p>
                  </a:txBody>
                  <a:tcPr/>
                </a:tc>
                <a:extLst>
                  <a:ext uri="{0D108BD9-81ED-4DB2-BD59-A6C34878D82A}">
                    <a16:rowId xmlns:a16="http://schemas.microsoft.com/office/drawing/2014/main" val="10261719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Manage Asset &amp; Loan</a:t>
            </a:r>
          </a:p>
        </p:txBody>
      </p:sp>
      <p:sp>
        <p:nvSpPr>
          <p:cNvPr id="8" name="Subtitle 2"/>
          <p:cNvSpPr>
            <a:spLocks noGrp="1"/>
          </p:cNvSpPr>
          <p:nvPr>
            <p:ph type="subTitle" idx="1"/>
          </p:nvPr>
        </p:nvSpPr>
        <p:spPr>
          <a:xfrm>
            <a:off x="773906" y="4846637"/>
            <a:ext cx="9372600" cy="1905000"/>
          </a:xfrm>
        </p:spPr>
        <p:txBody>
          <a:bodyPr>
            <a:normAutofit/>
          </a:bodyPr>
          <a:lstStyle/>
          <a:p>
            <a:pPr algn="l">
              <a:buFont typeface="Arial" pitchFamily="34" charset="0"/>
              <a:buChar char="•"/>
            </a:pPr>
            <a:r>
              <a:rPr lang="en-US" sz="1400" dirty="0"/>
              <a:t>From the “Depreciation Board” tab modify the depreciation values if required</a:t>
            </a:r>
          </a:p>
          <a:p>
            <a:pPr algn="l">
              <a:buFont typeface="Arial" pitchFamily="34" charset="0"/>
              <a:buChar char="•"/>
            </a:pPr>
            <a:r>
              <a:rPr lang="en-US" sz="1400" dirty="0"/>
              <a:t>Click on confirm</a:t>
            </a:r>
          </a:p>
          <a:p>
            <a:pPr algn="l">
              <a:buFont typeface="Arial" pitchFamily="34" charset="0"/>
              <a:buChar char="•"/>
            </a:pPr>
            <a:r>
              <a:rPr lang="en-US" sz="1400" dirty="0"/>
              <a:t>A red dot will appear against each line of depreciation entries. Click on it create a draft journal entry</a:t>
            </a:r>
          </a:p>
          <a:p>
            <a:pPr algn="l">
              <a:buFont typeface="Arial" pitchFamily="34" charset="0"/>
              <a:buChar char="•"/>
            </a:pPr>
            <a:r>
              <a:rPr lang="en-US" sz="1400" dirty="0"/>
              <a:t>Clicking on the pencil icon on top right corner will list all the posted &amp; unposted depreciation journal entries</a:t>
            </a: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3DBCF78A-14D9-4217-9FC0-AD1362E94738}"/>
              </a:ext>
            </a:extLst>
          </p:cNvPr>
          <p:cNvPicPr>
            <a:picLocks noChangeAspect="1"/>
          </p:cNvPicPr>
          <p:nvPr/>
        </p:nvPicPr>
        <p:blipFill>
          <a:blip r:embed="rId2"/>
          <a:stretch>
            <a:fillRect/>
          </a:stretch>
        </p:blipFill>
        <p:spPr>
          <a:xfrm>
            <a:off x="773907" y="808039"/>
            <a:ext cx="9372600" cy="380999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231106" y="70118"/>
            <a:ext cx="7744420" cy="1018640"/>
          </a:xfrm>
        </p:spPr>
        <p:txBody>
          <a:bodyPr/>
          <a:lstStyle/>
          <a:p>
            <a:r>
              <a:rPr lang="en-US" sz="4800" dirty="0"/>
              <a:t>Manage Asset &amp; Loan</a:t>
            </a:r>
          </a:p>
        </p:txBody>
      </p:sp>
      <p:sp>
        <p:nvSpPr>
          <p:cNvPr id="8" name="Subtitle 2"/>
          <p:cNvSpPr>
            <a:spLocks noGrp="1"/>
          </p:cNvSpPr>
          <p:nvPr>
            <p:ph type="subTitle" idx="1"/>
          </p:nvPr>
        </p:nvSpPr>
        <p:spPr>
          <a:xfrm>
            <a:off x="964405" y="5341939"/>
            <a:ext cx="8763001" cy="1905000"/>
          </a:xfrm>
        </p:spPr>
        <p:txBody>
          <a:bodyPr>
            <a:normAutofit/>
          </a:bodyPr>
          <a:lstStyle/>
          <a:p>
            <a:pPr algn="l">
              <a:buFont typeface="Arial" pitchFamily="34" charset="0"/>
              <a:buChar char="•"/>
            </a:pPr>
            <a:r>
              <a:rPr lang="en-US" sz="1400" dirty="0"/>
              <a:t>From the “Loan” enter the loan details for the vehicle</a:t>
            </a:r>
          </a:p>
          <a:p>
            <a:pPr algn="l">
              <a:buFont typeface="Arial" pitchFamily="34" charset="0"/>
              <a:buChar char="•"/>
            </a:pPr>
            <a:r>
              <a:rPr lang="en-US" sz="1400" dirty="0"/>
              <a:t>Click on “GENERATE LOAN ENTRIES”</a:t>
            </a:r>
          </a:p>
          <a:p>
            <a:pPr algn="l">
              <a:buFont typeface="Arial" pitchFamily="34" charset="0"/>
              <a:buChar char="•"/>
            </a:pPr>
            <a:r>
              <a:rPr lang="en-US" sz="1400" dirty="0"/>
              <a:t> Clicking on the pencil icon with text “Loans” on top will list all the posted &amp; unposted journal entries for loans</a:t>
            </a:r>
          </a:p>
          <a:p>
            <a:pPr algn="l">
              <a:buFont typeface="Arial" pitchFamily="34" charset="0"/>
              <a:buChar char="•"/>
            </a:pPr>
            <a:r>
              <a:rPr lang="en-US" sz="1400" dirty="0"/>
              <a:t>A report for all loans can be generated from Accounting -&gt; Reports -&gt; Loan Reports</a:t>
            </a:r>
          </a:p>
          <a:p>
            <a:pPr algn="l">
              <a:buFont typeface="Arial" pitchFamily="34" charset="0"/>
              <a:buChar char="•"/>
            </a:pPr>
            <a:r>
              <a:rPr lang="en-US" sz="1400" dirty="0"/>
              <a:t>All the expenses &amp; Income for a vehicle can be viewed by clicking the “Analytic Account” from the asset form</a:t>
            </a:r>
          </a:p>
        </p:txBody>
      </p:sp>
      <p:pic>
        <p:nvPicPr>
          <p:cNvPr id="3" name="Picture 2">
            <a:extLst>
              <a:ext uri="{FF2B5EF4-FFF2-40B4-BE49-F238E27FC236}">
                <a16:creationId xmlns:a16="http://schemas.microsoft.com/office/drawing/2014/main" id="{FF13CFA4-D4E1-4F64-B84A-A8A70538716A}"/>
              </a:ext>
            </a:extLst>
          </p:cNvPr>
          <p:cNvPicPr>
            <a:picLocks noChangeAspect="1"/>
          </p:cNvPicPr>
          <p:nvPr/>
        </p:nvPicPr>
        <p:blipFill>
          <a:blip r:embed="rId3"/>
          <a:stretch>
            <a:fillRect/>
          </a:stretch>
        </p:blipFill>
        <p:spPr>
          <a:xfrm>
            <a:off x="1002505" y="1265236"/>
            <a:ext cx="8763001" cy="3810001"/>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313" y="286372"/>
            <a:ext cx="7464993" cy="902665"/>
          </a:xfrm>
        </p:spPr>
        <p:txBody>
          <a:bodyPr/>
          <a:lstStyle/>
          <a:p>
            <a:r>
              <a:rPr lang="en-US" dirty="0"/>
              <a:t>Vehicle &amp; Sales Management</a:t>
            </a:r>
          </a:p>
        </p:txBody>
      </p:sp>
      <p:graphicFrame>
        <p:nvGraphicFramePr>
          <p:cNvPr id="4" name="Content Placeholder 5">
            <a:extLst>
              <a:ext uri="{FF2B5EF4-FFF2-40B4-BE49-F238E27FC236}">
                <a16:creationId xmlns:a16="http://schemas.microsoft.com/office/drawing/2014/main" id="{8C4ABA3A-D4F9-44F4-B34A-0647553A58FC}"/>
              </a:ext>
            </a:extLst>
          </p:cNvPr>
          <p:cNvGraphicFramePr>
            <a:graphicFrameLocks/>
          </p:cNvGraphicFramePr>
          <p:nvPr>
            <p:extLst>
              <p:ext uri="{D42A27DB-BD31-4B8C-83A1-F6EECF244321}">
                <p14:modId xmlns:p14="http://schemas.microsoft.com/office/powerpoint/2010/main" val="2765489735"/>
              </p:ext>
            </p:extLst>
          </p:nvPr>
        </p:nvGraphicFramePr>
        <p:xfrm>
          <a:off x="1688306" y="1332645"/>
          <a:ext cx="8229600" cy="48093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Vehicle Registration </a:t>
            </a:r>
            <a:endParaRPr lang="en-US" sz="3200" dirty="0">
              <a:solidFill>
                <a:srgbClr val="92D050"/>
              </a:solidFill>
            </a:endParaRPr>
          </a:p>
        </p:txBody>
      </p:sp>
      <p:sp>
        <p:nvSpPr>
          <p:cNvPr id="8" name="Subtitle 2"/>
          <p:cNvSpPr>
            <a:spLocks noGrp="1"/>
          </p:cNvSpPr>
          <p:nvPr>
            <p:ph type="subTitle" idx="1"/>
          </p:nvPr>
        </p:nvSpPr>
        <p:spPr>
          <a:xfrm>
            <a:off x="735013" y="2103437"/>
            <a:ext cx="9221787" cy="1676400"/>
          </a:xfrm>
        </p:spPr>
        <p:txBody>
          <a:bodyPr>
            <a:normAutofit/>
          </a:bodyPr>
          <a:lstStyle/>
          <a:p>
            <a:pPr algn="l"/>
            <a:r>
              <a:rPr lang="en-US" sz="1800" dirty="0"/>
              <a:t>Each Vehicle received in inventory will appear here for registration</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5" name="Picture 4">
            <a:extLst>
              <a:ext uri="{FF2B5EF4-FFF2-40B4-BE49-F238E27FC236}">
                <a16:creationId xmlns:a16="http://schemas.microsoft.com/office/drawing/2014/main" id="{306FDB77-DD77-4296-9E8A-0B2C685E645B}"/>
              </a:ext>
            </a:extLst>
          </p:cNvPr>
          <p:cNvPicPr>
            <a:picLocks noChangeAspect="1"/>
          </p:cNvPicPr>
          <p:nvPr/>
        </p:nvPicPr>
        <p:blipFill>
          <a:blip r:embed="rId2"/>
          <a:stretch>
            <a:fillRect/>
          </a:stretch>
        </p:blipFill>
        <p:spPr>
          <a:xfrm>
            <a:off x="735014" y="2636837"/>
            <a:ext cx="7201692" cy="4572000"/>
          </a:xfrm>
          <a:prstGeom prst="rect">
            <a:avLst/>
          </a:prstGeom>
        </p:spPr>
      </p:pic>
      <p:graphicFrame>
        <p:nvGraphicFramePr>
          <p:cNvPr id="2" name="Table 1">
            <a:extLst>
              <a:ext uri="{FF2B5EF4-FFF2-40B4-BE49-F238E27FC236}">
                <a16:creationId xmlns:a16="http://schemas.microsoft.com/office/drawing/2014/main" id="{81DE7C7E-1CB3-B5C0-138D-BB90E88C3788}"/>
              </a:ext>
            </a:extLst>
          </p:cNvPr>
          <p:cNvGraphicFramePr>
            <a:graphicFrameLocks noGrp="1"/>
          </p:cNvGraphicFramePr>
          <p:nvPr>
            <p:extLst>
              <p:ext uri="{D42A27DB-BD31-4B8C-83A1-F6EECF244321}">
                <p14:modId xmlns:p14="http://schemas.microsoft.com/office/powerpoint/2010/main" val="4281052065"/>
              </p:ext>
            </p:extLst>
          </p:nvPr>
        </p:nvGraphicFramePr>
        <p:xfrm>
          <a:off x="735013" y="960437"/>
          <a:ext cx="9221787" cy="8382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908181675"/>
                    </a:ext>
                  </a:extLst>
                </a:gridCol>
              </a:tblGrid>
              <a:tr h="419100">
                <a:tc>
                  <a:txBody>
                    <a:bodyPr/>
                    <a:lstStyle/>
                    <a:p>
                      <a:pPr algn="l"/>
                      <a:r>
                        <a:rPr lang="en-IN" sz="1400" dirty="0"/>
                        <a:t>Menu</a:t>
                      </a:r>
                    </a:p>
                  </a:txBody>
                  <a:tcPr/>
                </a:tc>
                <a:extLst>
                  <a:ext uri="{0D108BD9-81ED-4DB2-BD59-A6C34878D82A}">
                    <a16:rowId xmlns:a16="http://schemas.microsoft.com/office/drawing/2014/main" val="1736761261"/>
                  </a:ext>
                </a:extLst>
              </a:tr>
              <a:tr h="419100">
                <a:tc>
                  <a:txBody>
                    <a:bodyPr/>
                    <a:lstStyle/>
                    <a:p>
                      <a:pPr algn="l"/>
                      <a:r>
                        <a:rPr lang="en-IN" sz="1400" dirty="0"/>
                        <a:t>Fleet Rental-&gt; Vehicles -&gt; Vehicles</a:t>
                      </a:r>
                    </a:p>
                  </a:txBody>
                  <a:tcPr/>
                </a:tc>
                <a:extLst>
                  <a:ext uri="{0D108BD9-81ED-4DB2-BD59-A6C34878D82A}">
                    <a16:rowId xmlns:a16="http://schemas.microsoft.com/office/drawing/2014/main" val="3856102287"/>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CF9D87-4AB8-79AA-0C5F-5B605473CE02}"/>
              </a:ext>
            </a:extLst>
          </p:cNvPr>
          <p:cNvPicPr>
            <a:picLocks noChangeAspect="1"/>
          </p:cNvPicPr>
          <p:nvPr/>
        </p:nvPicPr>
        <p:blipFill>
          <a:blip r:embed="rId3"/>
          <a:stretch>
            <a:fillRect/>
          </a:stretch>
        </p:blipFill>
        <p:spPr>
          <a:xfrm>
            <a:off x="773906" y="643704"/>
            <a:ext cx="8610600" cy="5078205"/>
          </a:xfrm>
          <a:prstGeom prst="rect">
            <a:avLst/>
          </a:prstGeom>
        </p:spPr>
      </p:pic>
      <p:sp>
        <p:nvSpPr>
          <p:cNvPr id="7" name="Title 1"/>
          <p:cNvSpPr>
            <a:spLocks noGrp="1"/>
          </p:cNvSpPr>
          <p:nvPr>
            <p:ph type="ctrTitle"/>
          </p:nvPr>
        </p:nvSpPr>
        <p:spPr>
          <a:xfrm>
            <a:off x="993148" y="-82282"/>
            <a:ext cx="8610599" cy="1018640"/>
          </a:xfrm>
        </p:spPr>
        <p:txBody>
          <a:bodyPr/>
          <a:lstStyle/>
          <a:p>
            <a:r>
              <a:rPr lang="en-US" sz="4800" dirty="0"/>
              <a:t>Vehicle Registration</a:t>
            </a:r>
            <a:endParaRPr lang="en-US" sz="3200" dirty="0">
              <a:solidFill>
                <a:srgbClr val="00B050"/>
              </a:solidFill>
            </a:endParaRPr>
          </a:p>
        </p:txBody>
      </p:sp>
      <p:sp>
        <p:nvSpPr>
          <p:cNvPr id="8" name="Subtitle 2"/>
          <p:cNvSpPr>
            <a:spLocks noGrp="1"/>
          </p:cNvSpPr>
          <p:nvPr>
            <p:ph type="subTitle" idx="1"/>
          </p:nvPr>
        </p:nvSpPr>
        <p:spPr>
          <a:xfrm>
            <a:off x="967796" y="5761037"/>
            <a:ext cx="8018860" cy="1670532"/>
          </a:xfrm>
        </p:spPr>
        <p:txBody>
          <a:bodyPr>
            <a:normAutofit/>
          </a:bodyPr>
          <a:lstStyle/>
          <a:p>
            <a:pPr algn="l"/>
            <a:r>
              <a:rPr lang="en-US" sz="1400" b="1" dirty="0"/>
              <a:t>Key Points</a:t>
            </a:r>
          </a:p>
          <a:p>
            <a:pPr algn="l">
              <a:buFont typeface="Arial" pitchFamily="34" charset="0"/>
              <a:buChar char="•"/>
            </a:pPr>
            <a:r>
              <a:rPr lang="en-US" sz="1400" dirty="0"/>
              <a:t>Make, Model, Model No, Last Odometer &amp; License Plate</a:t>
            </a:r>
          </a:p>
          <a:p>
            <a:pPr algn="l">
              <a:buFont typeface="Arial" pitchFamily="34" charset="0"/>
              <a:buChar char="•"/>
            </a:pPr>
            <a:r>
              <a:rPr lang="en-US" sz="1400" dirty="0"/>
              <a:t>Enter License plate no</a:t>
            </a:r>
          </a:p>
          <a:p>
            <a:pPr algn="l">
              <a:buFont typeface="Arial" pitchFamily="34" charset="0"/>
              <a:buChar char="•"/>
            </a:pPr>
            <a:r>
              <a:rPr lang="en-US" sz="1400" dirty="0"/>
              <a:t>“SUBMIT FOR APPROVAL”  will ask the fleet manager’s approval to add the vehicle to rentable vehicles list</a:t>
            </a:r>
          </a:p>
          <a:p>
            <a:pPr algn="l">
              <a:buFont typeface="Arial" pitchFamily="34" charset="0"/>
              <a:buChar char="•"/>
            </a:pPr>
            <a:r>
              <a:rPr lang="en-US" sz="1400" dirty="0"/>
              <a:t>Once submitted, the state of vehicle will change to Registered</a:t>
            </a:r>
          </a:p>
          <a:p>
            <a:pPr algn="l">
              <a:buFont typeface="Arial" pitchFamily="34" charset="0"/>
              <a:buChar char="•"/>
            </a:pPr>
            <a:endParaRPr lang="en-US" sz="2300" dirty="0"/>
          </a:p>
        </p:txBody>
      </p:sp>
    </p:spTree>
  </p:cSld>
  <p:clrMapOvr>
    <a:masterClrMapping/>
  </p:clrMapOvr>
  <p:extLst>
    <p:ext uri="{6950BFC3-D8DA-4A85-94F7-54DA5524770B}">
      <p188:commentRel xmlns:p188="http://schemas.microsoft.com/office/powerpoint/2018/8/main" r:id="rId2"/>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59259" y="-58203"/>
            <a:ext cx="8458200" cy="1018640"/>
          </a:xfrm>
        </p:spPr>
        <p:txBody>
          <a:bodyPr/>
          <a:lstStyle/>
          <a:p>
            <a:r>
              <a:rPr lang="en-US" sz="4800" dirty="0"/>
              <a:t>Approve Vehicles</a:t>
            </a:r>
            <a:endParaRPr lang="en-US" sz="3200" dirty="0">
              <a:solidFill>
                <a:srgbClr val="00B050"/>
              </a:solidFill>
            </a:endParaRPr>
          </a:p>
        </p:txBody>
      </p:sp>
      <p:sp>
        <p:nvSpPr>
          <p:cNvPr id="8" name="Subtitle 2"/>
          <p:cNvSpPr>
            <a:spLocks noGrp="1"/>
          </p:cNvSpPr>
          <p:nvPr>
            <p:ph type="subTitle" idx="1"/>
          </p:nvPr>
        </p:nvSpPr>
        <p:spPr>
          <a:xfrm>
            <a:off x="1078706" y="2103437"/>
            <a:ext cx="8018860" cy="685800"/>
          </a:xfrm>
        </p:spPr>
        <p:txBody>
          <a:bodyPr>
            <a:normAutofit/>
          </a:bodyPr>
          <a:lstStyle/>
          <a:p>
            <a:pPr algn="l"/>
            <a:r>
              <a:rPr lang="en-US" sz="1800" dirty="0"/>
              <a:t>Approval Waiting vehicles are listed below “Registered”</a:t>
            </a:r>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
        <p:nvSpPr>
          <p:cNvPr id="10" name="Subtitle 2"/>
          <p:cNvSpPr txBox="1">
            <a:spLocks/>
          </p:cNvSpPr>
          <p:nvPr/>
        </p:nvSpPr>
        <p:spPr>
          <a:xfrm>
            <a:off x="735012" y="5151437"/>
            <a:ext cx="9221787" cy="1905000"/>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Click on the vehicle from registered state</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Click Approve</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Once submitted, the status will change to “Available”. Means</a:t>
            </a:r>
            <a:r>
              <a:rPr kumimoji="0" lang="en-US" sz="1400" b="0" i="0" u="none" strike="noStrike" kern="1200" cap="none" spc="0" normalizeH="0" noProof="0" dirty="0">
                <a:ln>
                  <a:noFill/>
                </a:ln>
                <a:solidFill>
                  <a:srgbClr val="023E73"/>
                </a:solidFill>
                <a:effectLst/>
                <a:uLnTx/>
                <a:uFillTx/>
                <a:latin typeface="+mn-lt"/>
                <a:ea typeface="+mn-ea"/>
                <a:cs typeface="+mn-cs"/>
              </a:rPr>
              <a:t> vehicle is available to rent</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p:txBody>
      </p:sp>
      <p:pic>
        <p:nvPicPr>
          <p:cNvPr id="3" name="Picture 2">
            <a:extLst>
              <a:ext uri="{FF2B5EF4-FFF2-40B4-BE49-F238E27FC236}">
                <a16:creationId xmlns:a16="http://schemas.microsoft.com/office/drawing/2014/main" id="{A93C6E97-1107-4AC0-98ED-725E85EA2DC4}"/>
              </a:ext>
            </a:extLst>
          </p:cNvPr>
          <p:cNvPicPr>
            <a:picLocks noChangeAspect="1"/>
          </p:cNvPicPr>
          <p:nvPr/>
        </p:nvPicPr>
        <p:blipFill>
          <a:blip r:embed="rId2"/>
          <a:stretch>
            <a:fillRect/>
          </a:stretch>
        </p:blipFill>
        <p:spPr>
          <a:xfrm>
            <a:off x="735013" y="2789236"/>
            <a:ext cx="9106693" cy="2209801"/>
          </a:xfrm>
          <a:prstGeom prst="rect">
            <a:avLst/>
          </a:prstGeom>
        </p:spPr>
      </p:pic>
      <p:graphicFrame>
        <p:nvGraphicFramePr>
          <p:cNvPr id="2" name="Table 1">
            <a:extLst>
              <a:ext uri="{FF2B5EF4-FFF2-40B4-BE49-F238E27FC236}">
                <a16:creationId xmlns:a16="http://schemas.microsoft.com/office/drawing/2014/main" id="{1B5AEFA4-0D37-7140-9B32-AC12F6CBEA3C}"/>
              </a:ext>
            </a:extLst>
          </p:cNvPr>
          <p:cNvGraphicFramePr>
            <a:graphicFrameLocks noGrp="1"/>
          </p:cNvGraphicFramePr>
          <p:nvPr>
            <p:extLst>
              <p:ext uri="{D42A27DB-BD31-4B8C-83A1-F6EECF244321}">
                <p14:modId xmlns:p14="http://schemas.microsoft.com/office/powerpoint/2010/main" val="1960344968"/>
              </p:ext>
            </p:extLst>
          </p:nvPr>
        </p:nvGraphicFramePr>
        <p:xfrm>
          <a:off x="735013" y="1112837"/>
          <a:ext cx="9221787" cy="8382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2523862482"/>
                    </a:ext>
                  </a:extLst>
                </a:gridCol>
              </a:tblGrid>
              <a:tr h="419100">
                <a:tc>
                  <a:txBody>
                    <a:bodyPr/>
                    <a:lstStyle/>
                    <a:p>
                      <a:pPr algn="l"/>
                      <a:r>
                        <a:rPr lang="en-IN" sz="1400" dirty="0"/>
                        <a:t>Menu</a:t>
                      </a:r>
                    </a:p>
                  </a:txBody>
                  <a:tcPr/>
                </a:tc>
                <a:extLst>
                  <a:ext uri="{0D108BD9-81ED-4DB2-BD59-A6C34878D82A}">
                    <a16:rowId xmlns:a16="http://schemas.microsoft.com/office/drawing/2014/main" val="36700525"/>
                  </a:ext>
                </a:extLst>
              </a:tr>
              <a:tr h="419100">
                <a:tc>
                  <a:txBody>
                    <a:bodyPr/>
                    <a:lstStyle/>
                    <a:p>
                      <a:pPr algn="l"/>
                      <a:r>
                        <a:rPr lang="en-IN" sz="1400" dirty="0"/>
                        <a:t>Fleet Rental-&gt; Vehicles -&gt; Vehicles</a:t>
                      </a:r>
                    </a:p>
                  </a:txBody>
                  <a:tcPr/>
                </a:tc>
                <a:extLst>
                  <a:ext uri="{0D108BD9-81ED-4DB2-BD59-A6C34878D82A}">
                    <a16:rowId xmlns:a16="http://schemas.microsoft.com/office/drawing/2014/main" val="415751619"/>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A533C-AEA3-CC6D-2671-EFFCDCA7DC20}"/>
              </a:ext>
            </a:extLst>
          </p:cNvPr>
          <p:cNvSpPr>
            <a:spLocks noGrp="1"/>
          </p:cNvSpPr>
          <p:nvPr>
            <p:ph type="title"/>
          </p:nvPr>
        </p:nvSpPr>
        <p:spPr>
          <a:xfrm>
            <a:off x="1154906" y="2560637"/>
            <a:ext cx="7953783" cy="1461188"/>
          </a:xfrm>
        </p:spPr>
        <p:txBody>
          <a:bodyPr/>
          <a:lstStyle/>
          <a:p>
            <a:r>
              <a:rPr lang="en-IN" dirty="0"/>
              <a:t>Vehicle Rental Operations</a:t>
            </a:r>
          </a:p>
        </p:txBody>
      </p:sp>
    </p:spTree>
    <p:extLst>
      <p:ext uri="{BB962C8B-B14F-4D97-AF65-F5344CB8AC3E}">
        <p14:creationId xmlns:p14="http://schemas.microsoft.com/office/powerpoint/2010/main" val="5263065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Customers/Drivers</a:t>
            </a:r>
          </a:p>
        </p:txBody>
      </p:sp>
      <p:sp>
        <p:nvSpPr>
          <p:cNvPr id="3" name="Subtitle 2">
            <a:extLst>
              <a:ext uri="{FF2B5EF4-FFF2-40B4-BE49-F238E27FC236}">
                <a16:creationId xmlns:a16="http://schemas.microsoft.com/office/drawing/2014/main" id="{858E03CF-3A47-2758-A540-C3FFA1C023F8}"/>
              </a:ext>
            </a:extLst>
          </p:cNvPr>
          <p:cNvSpPr txBox="1">
            <a:spLocks/>
          </p:cNvSpPr>
          <p:nvPr/>
        </p:nvSpPr>
        <p:spPr>
          <a:xfrm>
            <a:off x="735011" y="3322637"/>
            <a:ext cx="9221787" cy="2971800"/>
          </a:xfrm>
          <a:prstGeom prst="rect">
            <a:avLst/>
          </a:prstGeom>
        </p:spPr>
        <p:txBody>
          <a:bodyPr vert="horz" lIns="91440" tIns="45720" rIns="91440" bIns="45720" rtlCol="0">
            <a:normAutofit/>
          </a:bodyPr>
          <a:lstStyle/>
          <a:p>
            <a:r>
              <a:rPr lang="en-US" sz="1600" dirty="0">
                <a:sym typeface="Wingdings" panose="05000000000000000000" pitchFamily="2" charset="2"/>
              </a:rPr>
              <a:t>To create a Customer/Driver</a:t>
            </a:r>
          </a:p>
          <a:p>
            <a:endParaRPr lang="en-US" sz="1600" dirty="0">
              <a:sym typeface="Wingdings" panose="05000000000000000000" pitchFamily="2" charset="2"/>
            </a:endParaRPr>
          </a:p>
          <a:p>
            <a:pPr>
              <a:buFont typeface="Arial" pitchFamily="34" charset="0"/>
              <a:buChar char="•"/>
            </a:pPr>
            <a:r>
              <a:rPr lang="en-US" sz="1600" dirty="0">
                <a:sym typeface="Wingdings" panose="05000000000000000000" pitchFamily="2" charset="2"/>
              </a:rPr>
              <a:t>From the partner creation form select the radio button “</a:t>
            </a:r>
            <a:r>
              <a:rPr lang="en-US" sz="1600" b="1" dirty="0">
                <a:sym typeface="Wingdings" panose="05000000000000000000" pitchFamily="2" charset="2"/>
              </a:rPr>
              <a:t>Individual” </a:t>
            </a:r>
            <a:r>
              <a:rPr lang="en-US" sz="1600" dirty="0">
                <a:sym typeface="Wingdings" panose="05000000000000000000" pitchFamily="2" charset="2"/>
              </a:rPr>
              <a:t>or “</a:t>
            </a:r>
            <a:r>
              <a:rPr lang="en-US" sz="1600" b="1" dirty="0">
                <a:sym typeface="Wingdings" panose="05000000000000000000" pitchFamily="2" charset="2"/>
              </a:rPr>
              <a:t>Company”</a:t>
            </a:r>
            <a:endParaRPr lang="en-IN" sz="1600" b="1" i="0" dirty="0">
              <a:solidFill>
                <a:srgbClr val="4C4C4C"/>
              </a:solidFill>
              <a:effectLst/>
              <a:latin typeface="Roboto" panose="020B0604020202020204" pitchFamily="2" charset="0"/>
            </a:endParaRPr>
          </a:p>
          <a:p>
            <a:pPr>
              <a:buFont typeface="Arial" pitchFamily="34" charset="0"/>
              <a:buChar char="•"/>
            </a:pPr>
            <a:r>
              <a:rPr lang="en-US" sz="1600" dirty="0"/>
              <a:t>Select “</a:t>
            </a:r>
            <a:r>
              <a:rPr lang="en-US" sz="1600" b="1" dirty="0"/>
              <a:t>Is Driver”</a:t>
            </a:r>
            <a:r>
              <a:rPr lang="en-US" sz="1600" dirty="0"/>
              <a:t> if it’s a driver</a:t>
            </a:r>
          </a:p>
          <a:p>
            <a:pPr>
              <a:buFont typeface="Arial" pitchFamily="34" charset="0"/>
              <a:buChar char="•"/>
            </a:pPr>
            <a:r>
              <a:rPr lang="en-US" sz="1600" dirty="0"/>
              <a:t>From the “Sales &amp; Purchases” tab select “Salesperson” to assign salesman.</a:t>
            </a:r>
          </a:p>
          <a:p>
            <a:pPr>
              <a:buFont typeface="Arial" pitchFamily="34" charset="0"/>
              <a:buChar char="•"/>
            </a:pPr>
            <a:r>
              <a:rPr lang="en-US" sz="1600" dirty="0">
                <a:sym typeface="Wingdings" panose="05000000000000000000" pitchFamily="2" charset="2"/>
              </a:rPr>
              <a:t>Enter the details</a:t>
            </a:r>
          </a:p>
          <a:p>
            <a:pPr>
              <a:buFont typeface="Arial" pitchFamily="34" charset="0"/>
              <a:buChar char="•"/>
            </a:pPr>
            <a:r>
              <a:rPr lang="en-US" sz="1600" dirty="0"/>
              <a:t>Save</a:t>
            </a:r>
          </a:p>
          <a:p>
            <a:pPr>
              <a:buFont typeface="Arial" pitchFamily="34" charset="0"/>
              <a:buChar char="•"/>
            </a:pPr>
            <a:endParaRPr lang="en-US" sz="16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600" b="0" i="0" u="none" strike="noStrike" kern="1200" cap="none" spc="0" normalizeH="0" baseline="0" noProof="0" dirty="0">
              <a:ln>
                <a:noFill/>
              </a:ln>
              <a:solidFill>
                <a:srgbClr val="023E73"/>
              </a:solidFill>
              <a:effectLst/>
              <a:uLnTx/>
              <a:uFillTx/>
              <a:latin typeface="+mn-lt"/>
              <a:ea typeface="+mn-ea"/>
              <a:cs typeface="+mn-cs"/>
            </a:endParaRPr>
          </a:p>
        </p:txBody>
      </p:sp>
      <p:graphicFrame>
        <p:nvGraphicFramePr>
          <p:cNvPr id="4" name="Table 3">
            <a:extLst>
              <a:ext uri="{FF2B5EF4-FFF2-40B4-BE49-F238E27FC236}">
                <a16:creationId xmlns:a16="http://schemas.microsoft.com/office/drawing/2014/main" id="{3D9E2E42-026C-17AA-2074-D8C9C04E3D81}"/>
              </a:ext>
            </a:extLst>
          </p:cNvPr>
          <p:cNvGraphicFramePr>
            <a:graphicFrameLocks noGrp="1"/>
          </p:cNvGraphicFramePr>
          <p:nvPr>
            <p:extLst>
              <p:ext uri="{D42A27DB-BD31-4B8C-83A1-F6EECF244321}">
                <p14:modId xmlns:p14="http://schemas.microsoft.com/office/powerpoint/2010/main" val="3579033890"/>
              </p:ext>
            </p:extLst>
          </p:nvPr>
        </p:nvGraphicFramePr>
        <p:xfrm>
          <a:off x="735012" y="1493838"/>
          <a:ext cx="9221787" cy="1440252"/>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698519655"/>
                    </a:ext>
                  </a:extLst>
                </a:gridCol>
              </a:tblGrid>
              <a:tr h="360063">
                <a:tc>
                  <a:txBody>
                    <a:bodyPr/>
                    <a:lstStyle/>
                    <a:p>
                      <a:r>
                        <a:rPr lang="en-IN" sz="1400" dirty="0"/>
                        <a:t>Menu</a:t>
                      </a:r>
                    </a:p>
                  </a:txBody>
                  <a:tcPr/>
                </a:tc>
                <a:extLst>
                  <a:ext uri="{0D108BD9-81ED-4DB2-BD59-A6C34878D82A}">
                    <a16:rowId xmlns:a16="http://schemas.microsoft.com/office/drawing/2014/main" val="1893692818"/>
                  </a:ext>
                </a:extLst>
              </a:tr>
              <a:tr h="360063">
                <a:tc>
                  <a:txBody>
                    <a:bodyPr/>
                    <a:lstStyle/>
                    <a:p>
                      <a:r>
                        <a:rPr lang="en-IN" sz="1400" dirty="0"/>
                        <a:t>Fleet Rental-&gt; Rental Management -&gt; Customers</a:t>
                      </a:r>
                    </a:p>
                  </a:txBody>
                  <a:tcPr/>
                </a:tc>
                <a:extLst>
                  <a:ext uri="{0D108BD9-81ED-4DB2-BD59-A6C34878D82A}">
                    <a16:rowId xmlns:a16="http://schemas.microsoft.com/office/drawing/2014/main" val="2591333979"/>
                  </a:ext>
                </a:extLst>
              </a:tr>
              <a:tr h="360063">
                <a:tc>
                  <a:txBody>
                    <a:bodyPr/>
                    <a:lstStyle/>
                    <a:p>
                      <a:r>
                        <a:rPr lang="en-IN" sz="1400" dirty="0"/>
                        <a:t>Sales -&gt; Orders -&gt; Customers</a:t>
                      </a:r>
                    </a:p>
                  </a:txBody>
                  <a:tcPr/>
                </a:tc>
                <a:extLst>
                  <a:ext uri="{0D108BD9-81ED-4DB2-BD59-A6C34878D82A}">
                    <a16:rowId xmlns:a16="http://schemas.microsoft.com/office/drawing/2014/main" val="1230741609"/>
                  </a:ext>
                </a:extLst>
              </a:tr>
              <a:tr h="360063">
                <a:tc>
                  <a:txBody>
                    <a:bodyPr/>
                    <a:lstStyle/>
                    <a:p>
                      <a:r>
                        <a:rPr lang="en-IN" sz="1400" dirty="0"/>
                        <a:t>Invoicing -&gt; Customers -&gt; Customers</a:t>
                      </a:r>
                    </a:p>
                  </a:txBody>
                  <a:tcPr/>
                </a:tc>
                <a:extLst>
                  <a:ext uri="{0D108BD9-81ED-4DB2-BD59-A6C34878D82A}">
                    <a16:rowId xmlns:a16="http://schemas.microsoft.com/office/drawing/2014/main" val="336630369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Create Quotation</a:t>
            </a:r>
          </a:p>
        </p:txBody>
      </p:sp>
      <p:pic>
        <p:nvPicPr>
          <p:cNvPr id="4" name="Picture 3">
            <a:extLst>
              <a:ext uri="{FF2B5EF4-FFF2-40B4-BE49-F238E27FC236}">
                <a16:creationId xmlns:a16="http://schemas.microsoft.com/office/drawing/2014/main" id="{77528FC2-278E-937B-FC1E-161FB2D4B6B3}"/>
              </a:ext>
            </a:extLst>
          </p:cNvPr>
          <p:cNvPicPr>
            <a:picLocks noChangeAspect="1"/>
          </p:cNvPicPr>
          <p:nvPr/>
        </p:nvPicPr>
        <p:blipFill>
          <a:blip r:embed="rId2"/>
          <a:stretch>
            <a:fillRect/>
          </a:stretch>
        </p:blipFill>
        <p:spPr>
          <a:xfrm>
            <a:off x="1002507" y="2203171"/>
            <a:ext cx="8077200" cy="3517245"/>
          </a:xfrm>
          <a:prstGeom prst="rect">
            <a:avLst/>
          </a:prstGeom>
        </p:spPr>
      </p:pic>
      <p:graphicFrame>
        <p:nvGraphicFramePr>
          <p:cNvPr id="2" name="Table 1">
            <a:extLst>
              <a:ext uri="{FF2B5EF4-FFF2-40B4-BE49-F238E27FC236}">
                <a16:creationId xmlns:a16="http://schemas.microsoft.com/office/drawing/2014/main" id="{7843ED0D-582D-9581-9C58-15E3D56F3B38}"/>
              </a:ext>
            </a:extLst>
          </p:cNvPr>
          <p:cNvGraphicFramePr>
            <a:graphicFrameLocks noGrp="1"/>
          </p:cNvGraphicFramePr>
          <p:nvPr>
            <p:extLst>
              <p:ext uri="{D42A27DB-BD31-4B8C-83A1-F6EECF244321}">
                <p14:modId xmlns:p14="http://schemas.microsoft.com/office/powerpoint/2010/main" val="2747664457"/>
              </p:ext>
            </p:extLst>
          </p:nvPr>
        </p:nvGraphicFramePr>
        <p:xfrm>
          <a:off x="735013" y="884237"/>
          <a:ext cx="9221787" cy="8382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3181990372"/>
                    </a:ext>
                  </a:extLst>
                </a:gridCol>
              </a:tblGrid>
              <a:tr h="419100">
                <a:tc>
                  <a:txBody>
                    <a:bodyPr/>
                    <a:lstStyle/>
                    <a:p>
                      <a:pPr algn="l"/>
                      <a:r>
                        <a:rPr lang="en-IN" sz="1400" dirty="0"/>
                        <a:t>Menu</a:t>
                      </a:r>
                    </a:p>
                  </a:txBody>
                  <a:tcPr/>
                </a:tc>
                <a:extLst>
                  <a:ext uri="{0D108BD9-81ED-4DB2-BD59-A6C34878D82A}">
                    <a16:rowId xmlns:a16="http://schemas.microsoft.com/office/drawing/2014/main" val="3795427946"/>
                  </a:ext>
                </a:extLst>
              </a:tr>
              <a:tr h="419100">
                <a:tc>
                  <a:txBody>
                    <a:bodyPr/>
                    <a:lstStyle/>
                    <a:p>
                      <a:pPr algn="l"/>
                      <a:r>
                        <a:rPr lang="en-IN" sz="1400" dirty="0"/>
                        <a:t>Fleet Rental-&gt; Rental Management -&gt; Quotations</a:t>
                      </a:r>
                    </a:p>
                  </a:txBody>
                  <a:tcPr/>
                </a:tc>
                <a:extLst>
                  <a:ext uri="{0D108BD9-81ED-4DB2-BD59-A6C34878D82A}">
                    <a16:rowId xmlns:a16="http://schemas.microsoft.com/office/drawing/2014/main" val="1574974528"/>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Create Quotation</a:t>
            </a:r>
            <a:endParaRPr lang="en-US" sz="3200" dirty="0">
              <a:solidFill>
                <a:srgbClr val="00B050"/>
              </a:solidFill>
            </a:endParaRPr>
          </a:p>
        </p:txBody>
      </p:sp>
      <p:sp>
        <p:nvSpPr>
          <p:cNvPr id="8" name="Subtitle 2"/>
          <p:cNvSpPr>
            <a:spLocks noGrp="1"/>
          </p:cNvSpPr>
          <p:nvPr>
            <p:ph type="subTitle" idx="1"/>
          </p:nvPr>
        </p:nvSpPr>
        <p:spPr>
          <a:xfrm>
            <a:off x="1078706" y="1034381"/>
            <a:ext cx="8018860" cy="1145256"/>
          </a:xfrm>
        </p:spPr>
        <p:txBody>
          <a:bodyPr>
            <a:normAutofit/>
          </a:bodyPr>
          <a:lstStyle/>
          <a:p>
            <a:pPr algn="l">
              <a:buFont typeface="Arial" pitchFamily="34" charset="0"/>
              <a:buChar char="•"/>
            </a:pPr>
            <a:r>
              <a:rPr lang="en-US" sz="1400" dirty="0"/>
              <a:t>Select Customer</a:t>
            </a:r>
          </a:p>
          <a:p>
            <a:pPr algn="l">
              <a:buFont typeface="Arial" pitchFamily="34" charset="0"/>
              <a:buChar char="•"/>
            </a:pPr>
            <a:r>
              <a:rPr lang="en-US" sz="1400" dirty="0"/>
              <a:t>Select Rental Type</a:t>
            </a:r>
          </a:p>
          <a:p>
            <a:pPr algn="l">
              <a:buFont typeface="Arial" pitchFamily="34" charset="0"/>
              <a:buChar char="•"/>
            </a:pPr>
            <a:r>
              <a:rPr lang="en-US" sz="1400" dirty="0"/>
              <a:t>Click on “Add PRODUCT” to add product</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9076F523-4774-6B82-0F0F-38F832CFA744}"/>
              </a:ext>
            </a:extLst>
          </p:cNvPr>
          <p:cNvPicPr>
            <a:picLocks noChangeAspect="1"/>
          </p:cNvPicPr>
          <p:nvPr/>
        </p:nvPicPr>
        <p:blipFill>
          <a:blip r:embed="rId2"/>
          <a:stretch>
            <a:fillRect/>
          </a:stretch>
        </p:blipFill>
        <p:spPr>
          <a:xfrm>
            <a:off x="316706" y="2103437"/>
            <a:ext cx="9929813" cy="4848748"/>
          </a:xfrm>
          <a:prstGeom prst="rect">
            <a:avLst/>
          </a:prstGeom>
        </p:spPr>
      </p:pic>
      <p:sp>
        <p:nvSpPr>
          <p:cNvPr id="4" name="Oval 3">
            <a:extLst>
              <a:ext uri="{FF2B5EF4-FFF2-40B4-BE49-F238E27FC236}">
                <a16:creationId xmlns:a16="http://schemas.microsoft.com/office/drawing/2014/main" id="{0D65ED3E-82F0-845F-1717-F4E1AFF8F477}"/>
              </a:ext>
            </a:extLst>
          </p:cNvPr>
          <p:cNvSpPr/>
          <p:nvPr/>
        </p:nvSpPr>
        <p:spPr>
          <a:xfrm>
            <a:off x="2297906" y="2560637"/>
            <a:ext cx="914400" cy="457200"/>
          </a:xfrm>
          <a:prstGeom prst="ellipse">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539C3B5-73D7-4C53-B385-28B08595AC57}"/>
              </a:ext>
            </a:extLst>
          </p:cNvPr>
          <p:cNvSpPr txBox="1">
            <a:spLocks/>
          </p:cNvSpPr>
          <p:nvPr/>
        </p:nvSpPr>
        <p:spPr>
          <a:xfrm>
            <a:off x="1083685" y="6160366"/>
            <a:ext cx="8018860" cy="1066800"/>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Select Vehicle, Pick Up date, Duration Unit, Duration, Quantity, License Plate(s)</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We can give New unit price</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b="1" dirty="0">
                <a:solidFill>
                  <a:srgbClr val="023E73"/>
                </a:solidFill>
              </a:rPr>
              <a:t>Save</a:t>
            </a: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sp>
        <p:nvSpPr>
          <p:cNvPr id="5" name="Subtitle 2">
            <a:extLst>
              <a:ext uri="{FF2B5EF4-FFF2-40B4-BE49-F238E27FC236}">
                <a16:creationId xmlns:a16="http://schemas.microsoft.com/office/drawing/2014/main" id="{58DE1897-1285-4ADD-A3AC-D46C93B57C93}"/>
              </a:ext>
            </a:extLst>
          </p:cNvPr>
          <p:cNvSpPr txBox="1">
            <a:spLocks/>
          </p:cNvSpPr>
          <p:nvPr/>
        </p:nvSpPr>
        <p:spPr>
          <a:xfrm>
            <a:off x="1083685" y="808037"/>
            <a:ext cx="8018860" cy="1340427"/>
          </a:xfrm>
          <a:prstGeom prst="rect">
            <a:avLst/>
          </a:prstGeom>
        </p:spPr>
        <p:txBody>
          <a:bodyPr>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endParaRPr lang="en-US" sz="1400" dirty="0"/>
          </a:p>
          <a:p>
            <a:r>
              <a:rPr lang="en-US" sz="1400" dirty="0"/>
              <a:t>A popup window will appear</a:t>
            </a:r>
          </a:p>
          <a:p>
            <a:endParaRPr lang="en-US" sz="1400" dirty="0"/>
          </a:p>
          <a:p>
            <a:endParaRPr lang="en-US" sz="2300" dirty="0"/>
          </a:p>
          <a:p>
            <a:endParaRPr lang="en-US" dirty="0"/>
          </a:p>
        </p:txBody>
      </p:sp>
      <p:sp>
        <p:nvSpPr>
          <p:cNvPr id="9" name="Oval 8">
            <a:extLst>
              <a:ext uri="{FF2B5EF4-FFF2-40B4-BE49-F238E27FC236}">
                <a16:creationId xmlns:a16="http://schemas.microsoft.com/office/drawing/2014/main" id="{A89F3F01-0B2B-5726-D217-C7B40D1C995D}"/>
              </a:ext>
            </a:extLst>
          </p:cNvPr>
          <p:cNvSpPr/>
          <p:nvPr/>
        </p:nvSpPr>
        <p:spPr>
          <a:xfrm>
            <a:off x="5041106" y="3322637"/>
            <a:ext cx="1143000" cy="29725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615788AF-0A0F-0FD2-1A0F-152F76260E23}"/>
              </a:ext>
            </a:extLst>
          </p:cNvPr>
          <p:cNvPicPr>
            <a:picLocks noChangeAspect="1"/>
          </p:cNvPicPr>
          <p:nvPr/>
        </p:nvPicPr>
        <p:blipFill>
          <a:blip r:embed="rId2"/>
          <a:stretch>
            <a:fillRect/>
          </a:stretch>
        </p:blipFill>
        <p:spPr>
          <a:xfrm>
            <a:off x="773906" y="1676597"/>
            <a:ext cx="9297206" cy="3589331"/>
          </a:xfrm>
          <a:prstGeom prst="rect">
            <a:avLst/>
          </a:prstGeom>
          <a:ln>
            <a:solidFill>
              <a:schemeClr val="tx1"/>
            </a:solidFill>
          </a:ln>
        </p:spPr>
      </p:pic>
    </p:spTree>
    <p:extLst>
      <p:ext uri="{BB962C8B-B14F-4D97-AF65-F5344CB8AC3E}">
        <p14:creationId xmlns:p14="http://schemas.microsoft.com/office/powerpoint/2010/main" val="29655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Create Quotation</a:t>
            </a:r>
            <a:endParaRPr lang="en-US" sz="3200" dirty="0">
              <a:solidFill>
                <a:srgbClr val="00B050"/>
              </a:solidFill>
            </a:endParaRPr>
          </a:p>
        </p:txBody>
      </p:sp>
      <p:sp>
        <p:nvSpPr>
          <p:cNvPr id="9" name="Subtitle 2"/>
          <p:cNvSpPr>
            <a:spLocks noGrp="1"/>
          </p:cNvSpPr>
          <p:nvPr>
            <p:ph type="subTitle" idx="1"/>
          </p:nvPr>
        </p:nvSpPr>
        <p:spPr>
          <a:xfrm>
            <a:off x="926306" y="5380037"/>
            <a:ext cx="8018860" cy="1905000"/>
          </a:xfrm>
        </p:spPr>
        <p:txBody>
          <a:bodyPr>
            <a:normAutofit/>
          </a:bodyPr>
          <a:lstStyle/>
          <a:p>
            <a:pPr algn="l">
              <a:buFont typeface="Arial" pitchFamily="34" charset="0"/>
              <a:buChar char="•"/>
            </a:pPr>
            <a:r>
              <a:rPr lang="en-US" sz="1400" dirty="0"/>
              <a:t>Quotation form will get populated with selected rental options</a:t>
            </a:r>
          </a:p>
          <a:p>
            <a:pPr algn="l">
              <a:buFont typeface="Arial" pitchFamily="34" charset="0"/>
              <a:buChar char="•"/>
            </a:pPr>
            <a:r>
              <a:rPr lang="en-US" sz="1400" dirty="0"/>
              <a:t>To send the quotation to the customer, click on “SEND BY EMAIL”</a:t>
            </a:r>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9199979C-7D17-41E1-3253-950A7781CBDA}"/>
              </a:ext>
            </a:extLst>
          </p:cNvPr>
          <p:cNvPicPr>
            <a:picLocks noChangeAspect="1"/>
          </p:cNvPicPr>
          <p:nvPr/>
        </p:nvPicPr>
        <p:blipFill rotWithShape="1">
          <a:blip r:embed="rId2"/>
          <a:srcRect t="14524" r="2250" b="6921"/>
          <a:stretch/>
        </p:blipFill>
        <p:spPr>
          <a:xfrm>
            <a:off x="392906" y="976696"/>
            <a:ext cx="9525000" cy="408228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Confirm Sale Order</a:t>
            </a:r>
            <a:endParaRPr lang="en-US" sz="3200" dirty="0">
              <a:solidFill>
                <a:srgbClr val="00B050"/>
              </a:solidFill>
            </a:endParaRPr>
          </a:p>
        </p:txBody>
      </p:sp>
      <p:sp>
        <p:nvSpPr>
          <p:cNvPr id="8" name="Subtitle 2"/>
          <p:cNvSpPr>
            <a:spLocks noGrp="1"/>
          </p:cNvSpPr>
          <p:nvPr>
            <p:ph type="subTitle" idx="1"/>
          </p:nvPr>
        </p:nvSpPr>
        <p:spPr>
          <a:xfrm>
            <a:off x="926306" y="4160837"/>
            <a:ext cx="8018860" cy="1143000"/>
          </a:xfrm>
        </p:spPr>
        <p:txBody>
          <a:bodyPr>
            <a:normAutofit/>
          </a:bodyPr>
          <a:lstStyle/>
          <a:p>
            <a:pPr algn="l">
              <a:buFont typeface="Arial" pitchFamily="34" charset="0"/>
              <a:buChar char="•"/>
            </a:pPr>
            <a:r>
              <a:rPr lang="en-US" sz="1400" dirty="0"/>
              <a:t>Once confirmed, status of the document will change to “Sales Order”</a:t>
            </a:r>
          </a:p>
          <a:p>
            <a:pPr algn="l">
              <a:buFont typeface="Arial" pitchFamily="34" charset="0"/>
              <a:buChar char="•"/>
            </a:pPr>
            <a:r>
              <a:rPr lang="en-US" sz="1400" dirty="0"/>
              <a:t>Rental booking will be created against each serial number selected.</a:t>
            </a:r>
          </a:p>
          <a:p>
            <a:pPr algn="l">
              <a:buFont typeface="Arial" pitchFamily="34" charset="0"/>
              <a:buChar char="•"/>
            </a:pPr>
            <a:r>
              <a:rPr lang="en-US" sz="1400" dirty="0"/>
              <a:t>The bookings can be viewed by clicking the icon which says “Rent” on top right corner </a:t>
            </a:r>
          </a:p>
          <a:p>
            <a:pPr algn="l"/>
            <a:endParaRPr lang="en-US" sz="1400"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10" name="Picture 9">
            <a:extLst>
              <a:ext uri="{FF2B5EF4-FFF2-40B4-BE49-F238E27FC236}">
                <a16:creationId xmlns:a16="http://schemas.microsoft.com/office/drawing/2014/main" id="{E23CBC85-9867-D64B-34FB-92DD1B59C88D}"/>
              </a:ext>
            </a:extLst>
          </p:cNvPr>
          <p:cNvPicPr>
            <a:picLocks noChangeAspect="1"/>
          </p:cNvPicPr>
          <p:nvPr/>
        </p:nvPicPr>
        <p:blipFill>
          <a:blip r:embed="rId2"/>
          <a:stretch>
            <a:fillRect/>
          </a:stretch>
        </p:blipFill>
        <p:spPr>
          <a:xfrm>
            <a:off x="621507" y="5227637"/>
            <a:ext cx="8534400" cy="2094538"/>
          </a:xfrm>
          <a:prstGeom prst="rect">
            <a:avLst/>
          </a:prstGeom>
        </p:spPr>
      </p:pic>
      <p:pic>
        <p:nvPicPr>
          <p:cNvPr id="3" name="Picture 2">
            <a:extLst>
              <a:ext uri="{FF2B5EF4-FFF2-40B4-BE49-F238E27FC236}">
                <a16:creationId xmlns:a16="http://schemas.microsoft.com/office/drawing/2014/main" id="{123D8BF5-86FE-9CE7-10EA-412AA83591E5}"/>
              </a:ext>
            </a:extLst>
          </p:cNvPr>
          <p:cNvPicPr>
            <a:picLocks noChangeAspect="1"/>
          </p:cNvPicPr>
          <p:nvPr/>
        </p:nvPicPr>
        <p:blipFill rotWithShape="1">
          <a:blip r:embed="rId3"/>
          <a:srcRect r="1550"/>
          <a:stretch/>
        </p:blipFill>
        <p:spPr>
          <a:xfrm>
            <a:off x="392906" y="799049"/>
            <a:ext cx="9677400" cy="306597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311" y="286372"/>
            <a:ext cx="9221786" cy="1461188"/>
          </a:xfrm>
        </p:spPr>
        <p:txBody>
          <a:bodyPr/>
          <a:lstStyle/>
          <a:p>
            <a:pPr algn="ctr"/>
            <a:r>
              <a:rPr lang="en-US" dirty="0"/>
              <a:t>View Rentals</a:t>
            </a:r>
            <a:endParaRPr lang="en-US" sz="3200" dirty="0">
              <a:solidFill>
                <a:srgbClr val="00B050"/>
              </a:solidFill>
            </a:endParaRPr>
          </a:p>
        </p:txBody>
      </p:sp>
      <p:sp>
        <p:nvSpPr>
          <p:cNvPr id="6" name="Subtitle 2"/>
          <p:cNvSpPr txBox="1">
            <a:spLocks/>
          </p:cNvSpPr>
          <p:nvPr/>
        </p:nvSpPr>
        <p:spPr>
          <a:xfrm>
            <a:off x="926306" y="2027237"/>
            <a:ext cx="8018860" cy="533400"/>
          </a:xfrm>
          <a:prstGeom prst="rect">
            <a:avLst/>
          </a:prstGeom>
        </p:spPr>
        <p:txBody>
          <a:bodyPr vert="horz" lIns="91440" tIns="45720" rIns="91440" bIns="45720" rtlCol="0">
            <a:normAutofit/>
          </a:bodyPr>
          <a:lstStyle/>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All rentals will be listed here</a:t>
            </a: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8BB80EA0-93AF-405C-B691-EA0AEDF33DB4}"/>
              </a:ext>
            </a:extLst>
          </p:cNvPr>
          <p:cNvPicPr>
            <a:picLocks noChangeAspect="1"/>
          </p:cNvPicPr>
          <p:nvPr/>
        </p:nvPicPr>
        <p:blipFill>
          <a:blip r:embed="rId2"/>
          <a:stretch>
            <a:fillRect/>
          </a:stretch>
        </p:blipFill>
        <p:spPr>
          <a:xfrm>
            <a:off x="545306" y="2941637"/>
            <a:ext cx="9677400" cy="3180356"/>
          </a:xfrm>
          <a:prstGeom prst="rect">
            <a:avLst/>
          </a:prstGeom>
        </p:spPr>
      </p:pic>
      <p:graphicFrame>
        <p:nvGraphicFramePr>
          <p:cNvPr id="3" name="Table 2">
            <a:extLst>
              <a:ext uri="{FF2B5EF4-FFF2-40B4-BE49-F238E27FC236}">
                <a16:creationId xmlns:a16="http://schemas.microsoft.com/office/drawing/2014/main" id="{0BD19555-F51D-FCAE-EA4A-76727E0FE252}"/>
              </a:ext>
            </a:extLst>
          </p:cNvPr>
          <p:cNvGraphicFramePr>
            <a:graphicFrameLocks noGrp="1"/>
          </p:cNvGraphicFramePr>
          <p:nvPr>
            <p:extLst>
              <p:ext uri="{D42A27DB-BD31-4B8C-83A1-F6EECF244321}">
                <p14:modId xmlns:p14="http://schemas.microsoft.com/office/powerpoint/2010/main" val="1201250285"/>
              </p:ext>
            </p:extLst>
          </p:nvPr>
        </p:nvGraphicFramePr>
        <p:xfrm>
          <a:off x="735013" y="960437"/>
          <a:ext cx="9221787" cy="7620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4025492361"/>
                    </a:ext>
                  </a:extLst>
                </a:gridCol>
              </a:tblGrid>
              <a:tr h="381000">
                <a:tc>
                  <a:txBody>
                    <a:bodyPr/>
                    <a:lstStyle/>
                    <a:p>
                      <a:pPr algn="l"/>
                      <a:r>
                        <a:rPr lang="en-IN" sz="1400" dirty="0"/>
                        <a:t>Menu</a:t>
                      </a:r>
                    </a:p>
                  </a:txBody>
                  <a:tcPr/>
                </a:tc>
                <a:extLst>
                  <a:ext uri="{0D108BD9-81ED-4DB2-BD59-A6C34878D82A}">
                    <a16:rowId xmlns:a16="http://schemas.microsoft.com/office/drawing/2014/main" val="3068209476"/>
                  </a:ext>
                </a:extLst>
              </a:tr>
              <a:tr h="381000">
                <a:tc>
                  <a:txBody>
                    <a:bodyPr/>
                    <a:lstStyle/>
                    <a:p>
                      <a:pPr algn="l"/>
                      <a:r>
                        <a:rPr lang="en-IN" sz="1400" dirty="0"/>
                        <a:t>Fleet Rental -&gt; Rental Management -&gt; Rental Contract</a:t>
                      </a:r>
                    </a:p>
                  </a:txBody>
                  <a:tcPr/>
                </a:tc>
                <a:extLst>
                  <a:ext uri="{0D108BD9-81ED-4DB2-BD59-A6C34878D82A}">
                    <a16:rowId xmlns:a16="http://schemas.microsoft.com/office/drawing/2014/main" val="1093596681"/>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Confirm Rental Contract</a:t>
            </a:r>
            <a:endParaRPr lang="en-US" sz="3200" dirty="0">
              <a:solidFill>
                <a:srgbClr val="00B050"/>
              </a:solidFill>
            </a:endParaRPr>
          </a:p>
        </p:txBody>
      </p:sp>
      <p:sp>
        <p:nvSpPr>
          <p:cNvPr id="10" name="Subtitle 2"/>
          <p:cNvSpPr>
            <a:spLocks noGrp="1"/>
          </p:cNvSpPr>
          <p:nvPr>
            <p:ph type="subTitle" idx="1"/>
          </p:nvPr>
        </p:nvSpPr>
        <p:spPr>
          <a:xfrm>
            <a:off x="926306" y="5684837"/>
            <a:ext cx="8018860" cy="609600"/>
          </a:xfrm>
        </p:spPr>
        <p:txBody>
          <a:bodyPr>
            <a:normAutofit fontScale="55000" lnSpcReduction="20000"/>
          </a:bodyPr>
          <a:lstStyle/>
          <a:p>
            <a:pPr algn="l"/>
            <a:r>
              <a:rPr lang="en-US" sz="2800" b="1" dirty="0"/>
              <a:t>Key Points</a:t>
            </a:r>
          </a:p>
          <a:p>
            <a:pPr algn="l">
              <a:buFont typeface="Arial" pitchFamily="34" charset="0"/>
              <a:buChar char="•"/>
            </a:pPr>
            <a:r>
              <a:rPr lang="en-US" sz="2800" dirty="0"/>
              <a:t>Select invoicing policy</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16B5B1A1-207C-5205-7541-2B9DDF64A556}"/>
              </a:ext>
            </a:extLst>
          </p:cNvPr>
          <p:cNvPicPr>
            <a:picLocks noChangeAspect="1"/>
          </p:cNvPicPr>
          <p:nvPr/>
        </p:nvPicPr>
        <p:blipFill>
          <a:blip r:embed="rId3"/>
          <a:stretch>
            <a:fillRect/>
          </a:stretch>
        </p:blipFill>
        <p:spPr>
          <a:xfrm>
            <a:off x="469107" y="919338"/>
            <a:ext cx="9525000" cy="4460700"/>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019BFA-59C2-4197-9F44-2C516721C12D}"/>
              </a:ext>
            </a:extLst>
          </p:cNvPr>
          <p:cNvPicPr>
            <a:picLocks noChangeAspect="1"/>
          </p:cNvPicPr>
          <p:nvPr/>
        </p:nvPicPr>
        <p:blipFill>
          <a:blip r:embed="rId2"/>
          <a:stretch>
            <a:fillRect/>
          </a:stretch>
        </p:blipFill>
        <p:spPr>
          <a:xfrm>
            <a:off x="850106" y="655637"/>
            <a:ext cx="9372600" cy="2496733"/>
          </a:xfrm>
          <a:prstGeom prst="rect">
            <a:avLst/>
          </a:prstGeom>
        </p:spPr>
      </p:pic>
      <p:pic>
        <p:nvPicPr>
          <p:cNvPr id="5" name="Picture 4">
            <a:extLst>
              <a:ext uri="{FF2B5EF4-FFF2-40B4-BE49-F238E27FC236}">
                <a16:creationId xmlns:a16="http://schemas.microsoft.com/office/drawing/2014/main" id="{88875CBD-A1D4-4BEF-9BBF-3EF5348AD0DD}"/>
              </a:ext>
            </a:extLst>
          </p:cNvPr>
          <p:cNvPicPr>
            <a:picLocks noChangeAspect="1"/>
          </p:cNvPicPr>
          <p:nvPr/>
        </p:nvPicPr>
        <p:blipFill>
          <a:blip r:embed="rId3"/>
          <a:stretch>
            <a:fillRect/>
          </a:stretch>
        </p:blipFill>
        <p:spPr>
          <a:xfrm>
            <a:off x="799667" y="4129613"/>
            <a:ext cx="9448800" cy="2622024"/>
          </a:xfrm>
          <a:prstGeom prst="rect">
            <a:avLst/>
          </a:prstGeom>
        </p:spPr>
      </p:pic>
      <p:sp>
        <p:nvSpPr>
          <p:cNvPr id="6" name="Subtitle 2">
            <a:extLst>
              <a:ext uri="{FF2B5EF4-FFF2-40B4-BE49-F238E27FC236}">
                <a16:creationId xmlns:a16="http://schemas.microsoft.com/office/drawing/2014/main" id="{88ECA5D9-A9CA-4034-9BCF-0ED5B8DC0F20}"/>
              </a:ext>
            </a:extLst>
          </p:cNvPr>
          <p:cNvSpPr txBox="1">
            <a:spLocks/>
          </p:cNvSpPr>
          <p:nvPr/>
        </p:nvSpPr>
        <p:spPr>
          <a:xfrm>
            <a:off x="926306" y="3322638"/>
            <a:ext cx="8018860" cy="609599"/>
          </a:xfrm>
          <a:prstGeom prst="rect">
            <a:avLst/>
          </a:prstGeom>
        </p:spPr>
        <p:txBody>
          <a:bodyPr>
            <a:normAutofit fontScale="55000" lnSpcReduction="20000"/>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2800" dirty="0"/>
              <a:t>Enter Accessories by Clicking “Accessories” tab</a:t>
            </a:r>
          </a:p>
          <a:p>
            <a:r>
              <a:rPr lang="en-US" sz="2800" dirty="0"/>
              <a:t>Enter Driver Details by Clicking “Drivers” tab if customer is not a driver</a:t>
            </a:r>
          </a:p>
          <a:p>
            <a:endParaRPr lang="en-US" sz="1400" dirty="0"/>
          </a:p>
          <a:p>
            <a:endParaRPr lang="en-US" sz="1400" dirty="0"/>
          </a:p>
          <a:p>
            <a:endParaRPr lang="en-US" sz="1400" dirty="0"/>
          </a:p>
          <a:p>
            <a:endParaRPr lang="en-US" sz="2300" dirty="0"/>
          </a:p>
          <a:p>
            <a:endParaRPr lang="en-US" dirty="0"/>
          </a:p>
        </p:txBody>
      </p:sp>
    </p:spTree>
    <p:extLst>
      <p:ext uri="{BB962C8B-B14F-4D97-AF65-F5344CB8AC3E}">
        <p14:creationId xmlns:p14="http://schemas.microsoft.com/office/powerpoint/2010/main" val="1089549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5B99BE8-08DA-36D6-598D-81D13CA6C241}"/>
              </a:ext>
            </a:extLst>
          </p:cNvPr>
          <p:cNvSpPr>
            <a:spLocks noGrp="1"/>
          </p:cNvSpPr>
          <p:nvPr>
            <p:ph type="title"/>
          </p:nvPr>
        </p:nvSpPr>
        <p:spPr>
          <a:xfrm>
            <a:off x="1843313" y="286372"/>
            <a:ext cx="7953783" cy="1461188"/>
          </a:xfrm>
        </p:spPr>
        <p:txBody>
          <a:bodyPr/>
          <a:lstStyle/>
          <a:p>
            <a:r>
              <a:rPr lang="en-US" sz="5400" dirty="0"/>
              <a:t>Confirm Rental Contract</a:t>
            </a:r>
            <a:endParaRPr lang="en-US" sz="2400" dirty="0">
              <a:solidFill>
                <a:srgbClr val="00B050"/>
              </a:solidFill>
            </a:endParaRPr>
          </a:p>
        </p:txBody>
      </p:sp>
      <p:pic>
        <p:nvPicPr>
          <p:cNvPr id="3" name="Picture 2">
            <a:extLst>
              <a:ext uri="{FF2B5EF4-FFF2-40B4-BE49-F238E27FC236}">
                <a16:creationId xmlns:a16="http://schemas.microsoft.com/office/drawing/2014/main" id="{EE1EFEEA-7729-37DC-852B-9229805C3FCA}"/>
              </a:ext>
            </a:extLst>
          </p:cNvPr>
          <p:cNvPicPr>
            <a:picLocks noChangeAspect="1"/>
          </p:cNvPicPr>
          <p:nvPr/>
        </p:nvPicPr>
        <p:blipFill>
          <a:blip r:embed="rId2"/>
          <a:stretch>
            <a:fillRect/>
          </a:stretch>
        </p:blipFill>
        <p:spPr>
          <a:xfrm>
            <a:off x="585004" y="1341437"/>
            <a:ext cx="9221689" cy="4195868"/>
          </a:xfrm>
          <a:prstGeom prst="rect">
            <a:avLst/>
          </a:prstGeom>
          <a:noFill/>
        </p:spPr>
      </p:pic>
      <p:sp>
        <p:nvSpPr>
          <p:cNvPr id="4" name="Subtitle 2">
            <a:extLst>
              <a:ext uri="{FF2B5EF4-FFF2-40B4-BE49-F238E27FC236}">
                <a16:creationId xmlns:a16="http://schemas.microsoft.com/office/drawing/2014/main" id="{7034AB80-CA1F-EC25-95D4-9E956ACEF8BE}"/>
              </a:ext>
            </a:extLst>
          </p:cNvPr>
          <p:cNvSpPr txBox="1">
            <a:spLocks/>
          </p:cNvSpPr>
          <p:nvPr/>
        </p:nvSpPr>
        <p:spPr>
          <a:xfrm>
            <a:off x="1002506" y="6020870"/>
            <a:ext cx="8018860" cy="1143000"/>
          </a:xfrm>
          <a:prstGeom prst="rect">
            <a:avLst/>
          </a:prstGeom>
        </p:spPr>
        <p:txBody>
          <a:bodyPr vert="horz" lIns="91440" tIns="45720" rIns="91440" bIns="45720" rtlCol="0">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Click on Pay Advance button </a:t>
            </a:r>
          </a:p>
          <a:p>
            <a:endParaRPr lang="en-US" sz="1400" dirty="0"/>
          </a:p>
          <a:p>
            <a:endParaRPr lang="en-US" sz="2300" dirty="0"/>
          </a:p>
          <a:p>
            <a:endParaRPr lang="en-US" dirty="0"/>
          </a:p>
        </p:txBody>
      </p:sp>
    </p:spTree>
    <p:extLst>
      <p:ext uri="{BB962C8B-B14F-4D97-AF65-F5344CB8AC3E}">
        <p14:creationId xmlns:p14="http://schemas.microsoft.com/office/powerpoint/2010/main" val="35208231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Confirm Rental Contract</a:t>
            </a:r>
            <a:endParaRPr lang="en-US" sz="3200" dirty="0">
              <a:solidFill>
                <a:srgbClr val="00B050"/>
              </a:solidFill>
            </a:endParaRPr>
          </a:p>
        </p:txBody>
      </p:sp>
      <p:sp>
        <p:nvSpPr>
          <p:cNvPr id="10" name="Subtitle 2"/>
          <p:cNvSpPr>
            <a:spLocks noGrp="1"/>
          </p:cNvSpPr>
          <p:nvPr>
            <p:ph type="subTitle" idx="1"/>
          </p:nvPr>
        </p:nvSpPr>
        <p:spPr>
          <a:xfrm>
            <a:off x="926306" y="5684837"/>
            <a:ext cx="8018860" cy="1143000"/>
          </a:xfrm>
        </p:spPr>
        <p:txBody>
          <a:bodyPr>
            <a:normAutofit/>
          </a:bodyPr>
          <a:lstStyle/>
          <a:p>
            <a:pPr algn="l">
              <a:buFont typeface="Arial" pitchFamily="34" charset="0"/>
              <a:buChar char="•"/>
            </a:pPr>
            <a:r>
              <a:rPr lang="en-US" sz="1400" dirty="0"/>
              <a:t>Enter the details</a:t>
            </a:r>
          </a:p>
          <a:p>
            <a:pPr algn="l">
              <a:buFont typeface="Arial" pitchFamily="34" charset="0"/>
              <a:buChar char="•"/>
            </a:pPr>
            <a:r>
              <a:rPr lang="en-US" sz="1400" b="1" dirty="0"/>
              <a:t>Confirm</a:t>
            </a:r>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DBD3ECD2-04C5-48F3-8AB6-F8F123F9AD90}"/>
              </a:ext>
            </a:extLst>
          </p:cNvPr>
          <p:cNvPicPr>
            <a:picLocks noChangeAspect="1"/>
          </p:cNvPicPr>
          <p:nvPr/>
        </p:nvPicPr>
        <p:blipFill>
          <a:blip r:embed="rId2"/>
          <a:stretch>
            <a:fillRect/>
          </a:stretch>
        </p:blipFill>
        <p:spPr>
          <a:xfrm>
            <a:off x="1535907" y="1112836"/>
            <a:ext cx="8610599" cy="4343401"/>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Confirm Rental Contract</a:t>
            </a:r>
            <a:endParaRPr lang="en-US" sz="3200" dirty="0">
              <a:solidFill>
                <a:srgbClr val="00B050"/>
              </a:solidFill>
            </a:endParaRPr>
          </a:p>
        </p:txBody>
      </p:sp>
      <p:sp>
        <p:nvSpPr>
          <p:cNvPr id="10" name="Subtitle 2"/>
          <p:cNvSpPr>
            <a:spLocks noGrp="1"/>
          </p:cNvSpPr>
          <p:nvPr>
            <p:ph type="subTitle" idx="1"/>
          </p:nvPr>
        </p:nvSpPr>
        <p:spPr>
          <a:xfrm>
            <a:off x="850106" y="4541837"/>
            <a:ext cx="8018860" cy="1141990"/>
          </a:xfrm>
        </p:spPr>
        <p:txBody>
          <a:bodyPr>
            <a:normAutofit/>
          </a:bodyPr>
          <a:lstStyle/>
          <a:p>
            <a:pPr algn="l">
              <a:buFont typeface="Arial" pitchFamily="34" charset="0"/>
              <a:buChar char="•"/>
            </a:pPr>
            <a:r>
              <a:rPr lang="en-US" sz="1400" dirty="0"/>
              <a:t>Click on “Confirm Rent” button to start the rental contract</a:t>
            </a:r>
          </a:p>
          <a:p>
            <a:pPr algn="l">
              <a:buFont typeface="Arial" pitchFamily="34" charset="0"/>
              <a:buChar char="•"/>
            </a:pPr>
            <a:r>
              <a:rPr lang="en-US" sz="1400" dirty="0"/>
              <a:t>A new button ‘Handover’ will appear, and rental sequence is created</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4" name="Picture 3">
            <a:extLst>
              <a:ext uri="{FF2B5EF4-FFF2-40B4-BE49-F238E27FC236}">
                <a16:creationId xmlns:a16="http://schemas.microsoft.com/office/drawing/2014/main" id="{AD146AE5-A751-49CB-BA11-A9149E811882}"/>
              </a:ext>
            </a:extLst>
          </p:cNvPr>
          <p:cNvPicPr>
            <a:picLocks noChangeAspect="1"/>
          </p:cNvPicPr>
          <p:nvPr/>
        </p:nvPicPr>
        <p:blipFill>
          <a:blip r:embed="rId2"/>
          <a:stretch>
            <a:fillRect/>
          </a:stretch>
        </p:blipFill>
        <p:spPr>
          <a:xfrm>
            <a:off x="545306" y="5684837"/>
            <a:ext cx="9215561" cy="1447800"/>
          </a:xfrm>
          <a:prstGeom prst="rect">
            <a:avLst/>
          </a:prstGeom>
        </p:spPr>
      </p:pic>
      <p:pic>
        <p:nvPicPr>
          <p:cNvPr id="5" name="Picture 4">
            <a:extLst>
              <a:ext uri="{FF2B5EF4-FFF2-40B4-BE49-F238E27FC236}">
                <a16:creationId xmlns:a16="http://schemas.microsoft.com/office/drawing/2014/main" id="{3F51103B-29E8-2247-8458-BAD347B3FC83}"/>
              </a:ext>
            </a:extLst>
          </p:cNvPr>
          <p:cNvPicPr>
            <a:picLocks noChangeAspect="1"/>
          </p:cNvPicPr>
          <p:nvPr/>
        </p:nvPicPr>
        <p:blipFill>
          <a:blip r:embed="rId3"/>
          <a:stretch>
            <a:fillRect/>
          </a:stretch>
        </p:blipFill>
        <p:spPr>
          <a:xfrm>
            <a:off x="577994" y="1036637"/>
            <a:ext cx="8915400" cy="3005091"/>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C8F4D1-CF3F-437B-9271-2F6F33EAA9D8}"/>
              </a:ext>
            </a:extLst>
          </p:cNvPr>
          <p:cNvPicPr>
            <a:picLocks noChangeAspect="1"/>
          </p:cNvPicPr>
          <p:nvPr/>
        </p:nvPicPr>
        <p:blipFill>
          <a:blip r:embed="rId2"/>
          <a:stretch>
            <a:fillRect/>
          </a:stretch>
        </p:blipFill>
        <p:spPr>
          <a:xfrm>
            <a:off x="697707" y="808037"/>
            <a:ext cx="8077200" cy="3505200"/>
          </a:xfrm>
          <a:prstGeom prst="rect">
            <a:avLst/>
          </a:prstGeom>
        </p:spPr>
      </p:pic>
      <p:sp>
        <p:nvSpPr>
          <p:cNvPr id="4" name="Subtitle 2">
            <a:extLst>
              <a:ext uri="{FF2B5EF4-FFF2-40B4-BE49-F238E27FC236}">
                <a16:creationId xmlns:a16="http://schemas.microsoft.com/office/drawing/2014/main" id="{3A4DF6EA-6273-446E-A7E7-A6026585CC4A}"/>
              </a:ext>
            </a:extLst>
          </p:cNvPr>
          <p:cNvSpPr txBox="1">
            <a:spLocks/>
          </p:cNvSpPr>
          <p:nvPr/>
        </p:nvSpPr>
        <p:spPr>
          <a:xfrm>
            <a:off x="850106" y="4541837"/>
            <a:ext cx="8018860" cy="685800"/>
          </a:xfrm>
          <a:prstGeom prst="rect">
            <a:avLst/>
          </a:prstGeom>
        </p:spPr>
        <p:txBody>
          <a:bodyPr>
            <a:normAutofit fontScale="85000" lnSpcReduction="20000"/>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a:lnSpc>
                <a:spcPct val="100000"/>
              </a:lnSpc>
              <a:spcBef>
                <a:spcPts val="600"/>
              </a:spcBef>
            </a:pPr>
            <a:r>
              <a:rPr lang="en-US" sz="1400" dirty="0"/>
              <a:t>Enter Handover date, odometer, fuel level, and dents</a:t>
            </a:r>
          </a:p>
          <a:p>
            <a:pPr>
              <a:lnSpc>
                <a:spcPct val="100000"/>
              </a:lnSpc>
              <a:spcBef>
                <a:spcPts val="600"/>
              </a:spcBef>
            </a:pPr>
            <a:r>
              <a:rPr lang="en-US" sz="1400" dirty="0"/>
              <a:t>Confirm </a:t>
            </a:r>
          </a:p>
          <a:p>
            <a:pPr>
              <a:lnSpc>
                <a:spcPct val="100000"/>
              </a:lnSpc>
              <a:spcBef>
                <a:spcPts val="600"/>
              </a:spcBef>
            </a:pPr>
            <a:r>
              <a:rPr lang="en-US" sz="1400" dirty="0"/>
              <a:t>A new button schedule invoices appear</a:t>
            </a:r>
          </a:p>
          <a:p>
            <a:endParaRPr lang="en-US" sz="1400" dirty="0"/>
          </a:p>
          <a:p>
            <a:endParaRPr lang="en-US" sz="1400" b="1" dirty="0"/>
          </a:p>
          <a:p>
            <a:endParaRPr lang="en-US" sz="1400" dirty="0"/>
          </a:p>
          <a:p>
            <a:endParaRPr lang="en-US" sz="1400" dirty="0"/>
          </a:p>
          <a:p>
            <a:pPr marL="0" indent="0">
              <a:buNone/>
            </a:pPr>
            <a:endParaRPr lang="en-US" sz="2300" dirty="0"/>
          </a:p>
          <a:p>
            <a:endParaRPr lang="en-US" dirty="0"/>
          </a:p>
        </p:txBody>
      </p:sp>
      <p:pic>
        <p:nvPicPr>
          <p:cNvPr id="6" name="Picture 5">
            <a:extLst>
              <a:ext uri="{FF2B5EF4-FFF2-40B4-BE49-F238E27FC236}">
                <a16:creationId xmlns:a16="http://schemas.microsoft.com/office/drawing/2014/main" id="{788A16E4-F0C0-4B06-81ED-53E3705A409F}"/>
              </a:ext>
            </a:extLst>
          </p:cNvPr>
          <p:cNvPicPr>
            <a:picLocks noChangeAspect="1"/>
          </p:cNvPicPr>
          <p:nvPr/>
        </p:nvPicPr>
        <p:blipFill>
          <a:blip r:embed="rId3"/>
          <a:stretch>
            <a:fillRect/>
          </a:stretch>
        </p:blipFill>
        <p:spPr>
          <a:xfrm>
            <a:off x="650677" y="5252892"/>
            <a:ext cx="8171259" cy="1734277"/>
          </a:xfrm>
          <a:prstGeom prst="rect">
            <a:avLst/>
          </a:prstGeom>
        </p:spPr>
      </p:pic>
    </p:spTree>
    <p:extLst>
      <p:ext uri="{BB962C8B-B14F-4D97-AF65-F5344CB8AC3E}">
        <p14:creationId xmlns:p14="http://schemas.microsoft.com/office/powerpoint/2010/main" val="30618881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Generate Invoices</a:t>
            </a:r>
            <a:endParaRPr lang="en-US" sz="3200" dirty="0">
              <a:solidFill>
                <a:srgbClr val="00B050"/>
              </a:solidFill>
            </a:endParaRPr>
          </a:p>
        </p:txBody>
      </p:sp>
      <p:sp>
        <p:nvSpPr>
          <p:cNvPr id="10" name="Subtitle 2"/>
          <p:cNvSpPr>
            <a:spLocks noGrp="1"/>
          </p:cNvSpPr>
          <p:nvPr>
            <p:ph type="subTitle" idx="1"/>
          </p:nvPr>
        </p:nvSpPr>
        <p:spPr>
          <a:xfrm>
            <a:off x="850106" y="1493837"/>
            <a:ext cx="8018860" cy="1143000"/>
          </a:xfrm>
        </p:spPr>
        <p:txBody>
          <a:bodyPr>
            <a:normAutofit/>
          </a:bodyPr>
          <a:lstStyle/>
          <a:p>
            <a:pPr algn="l">
              <a:buFont typeface="Arial" pitchFamily="34" charset="0"/>
              <a:buChar char="•"/>
            </a:pPr>
            <a:r>
              <a:rPr lang="en-US" sz="1400" dirty="0"/>
              <a:t>Draft Invoices will be generated as per the selected invoicing policy</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
        <p:nvSpPr>
          <p:cNvPr id="5" name="Subtitle 2"/>
          <p:cNvSpPr txBox="1">
            <a:spLocks/>
          </p:cNvSpPr>
          <p:nvPr/>
        </p:nvSpPr>
        <p:spPr>
          <a:xfrm>
            <a:off x="850106" y="4922838"/>
            <a:ext cx="8018860" cy="1143000"/>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User can regenerate the invoice schedules if none of the invoices are validated</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To validate an invoice, click on the invoice line highlighted. This will open the invoice form</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A53DBE39-F4C3-40EF-895B-EA7930A0168B}"/>
              </a:ext>
            </a:extLst>
          </p:cNvPr>
          <p:cNvPicPr>
            <a:picLocks noChangeAspect="1"/>
          </p:cNvPicPr>
          <p:nvPr/>
        </p:nvPicPr>
        <p:blipFill>
          <a:blip r:embed="rId2"/>
          <a:stretch>
            <a:fillRect/>
          </a:stretch>
        </p:blipFill>
        <p:spPr>
          <a:xfrm>
            <a:off x="621507" y="2179637"/>
            <a:ext cx="8991600" cy="22098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321296" y="231049"/>
            <a:ext cx="7744420" cy="1018640"/>
          </a:xfrm>
        </p:spPr>
        <p:txBody>
          <a:bodyPr/>
          <a:lstStyle/>
          <a:p>
            <a:r>
              <a:rPr lang="en-US" sz="4800" dirty="0"/>
              <a:t>Validate Invoices  </a:t>
            </a:r>
          </a:p>
        </p:txBody>
      </p:sp>
      <p:sp>
        <p:nvSpPr>
          <p:cNvPr id="10" name="Subtitle 2"/>
          <p:cNvSpPr>
            <a:spLocks noGrp="1"/>
          </p:cNvSpPr>
          <p:nvPr>
            <p:ph type="subTitle" idx="1"/>
          </p:nvPr>
        </p:nvSpPr>
        <p:spPr>
          <a:xfrm>
            <a:off x="850106" y="1493837"/>
            <a:ext cx="8018860" cy="1143000"/>
          </a:xfrm>
        </p:spPr>
        <p:txBody>
          <a:bodyPr>
            <a:normAutofit/>
          </a:bodyPr>
          <a:lstStyle/>
          <a:p>
            <a:pPr algn="l">
              <a:buFont typeface="Arial" pitchFamily="34" charset="0"/>
              <a:buChar char="•"/>
            </a:pPr>
            <a:r>
              <a:rPr lang="en-US" sz="1400" dirty="0"/>
              <a:t>Click on “Confirm” button</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4" name="Picture 3">
            <a:extLst>
              <a:ext uri="{FF2B5EF4-FFF2-40B4-BE49-F238E27FC236}">
                <a16:creationId xmlns:a16="http://schemas.microsoft.com/office/drawing/2014/main" id="{F481A92D-32C5-7019-5768-F8E7BC8ED923}"/>
              </a:ext>
            </a:extLst>
          </p:cNvPr>
          <p:cNvPicPr>
            <a:picLocks noChangeAspect="1"/>
          </p:cNvPicPr>
          <p:nvPr/>
        </p:nvPicPr>
        <p:blipFill>
          <a:blip r:embed="rId2"/>
          <a:stretch>
            <a:fillRect/>
          </a:stretch>
        </p:blipFill>
        <p:spPr>
          <a:xfrm>
            <a:off x="545306" y="1874837"/>
            <a:ext cx="9296401" cy="43434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Replace Vehicles</a:t>
            </a:r>
            <a:endParaRPr lang="en-US" sz="3200" dirty="0">
              <a:solidFill>
                <a:srgbClr val="00B050"/>
              </a:solidFill>
            </a:endParaRPr>
          </a:p>
        </p:txBody>
      </p:sp>
      <p:sp>
        <p:nvSpPr>
          <p:cNvPr id="10" name="Subtitle 2"/>
          <p:cNvSpPr>
            <a:spLocks noGrp="1"/>
          </p:cNvSpPr>
          <p:nvPr>
            <p:ph type="subTitle" idx="1"/>
          </p:nvPr>
        </p:nvSpPr>
        <p:spPr>
          <a:xfrm>
            <a:off x="850106" y="1112837"/>
            <a:ext cx="8018860" cy="609600"/>
          </a:xfrm>
        </p:spPr>
        <p:txBody>
          <a:bodyPr>
            <a:normAutofit/>
          </a:bodyPr>
          <a:lstStyle/>
          <a:p>
            <a:pPr algn="l">
              <a:buFont typeface="Arial" pitchFamily="34" charset="0"/>
              <a:buChar char="•"/>
            </a:pPr>
            <a:r>
              <a:rPr lang="en-US" sz="1400" dirty="0"/>
              <a:t>User can replace the vehicle on rental contract by clicking the “Replace” button as highlighted</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
        <p:nvSpPr>
          <p:cNvPr id="5" name="Subtitle 2"/>
          <p:cNvSpPr txBox="1">
            <a:spLocks/>
          </p:cNvSpPr>
          <p:nvPr/>
        </p:nvSpPr>
        <p:spPr>
          <a:xfrm>
            <a:off x="850106" y="5434445"/>
            <a:ext cx="8018860" cy="1164792"/>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This will open a popup window</a:t>
            </a: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D115B153-04E1-405C-9C7D-4D3CA8494603}"/>
              </a:ext>
            </a:extLst>
          </p:cNvPr>
          <p:cNvPicPr>
            <a:picLocks noChangeAspect="1"/>
          </p:cNvPicPr>
          <p:nvPr/>
        </p:nvPicPr>
        <p:blipFill>
          <a:blip r:embed="rId2"/>
          <a:stretch>
            <a:fillRect/>
          </a:stretch>
        </p:blipFill>
        <p:spPr>
          <a:xfrm>
            <a:off x="773907" y="2776472"/>
            <a:ext cx="9067800" cy="200673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Replace Vehicles</a:t>
            </a:r>
            <a:endParaRPr lang="en-US" sz="3200" dirty="0">
              <a:solidFill>
                <a:srgbClr val="00B050"/>
              </a:solidFill>
            </a:endParaRPr>
          </a:p>
        </p:txBody>
      </p:sp>
      <p:sp>
        <p:nvSpPr>
          <p:cNvPr id="10" name="Subtitle 2"/>
          <p:cNvSpPr>
            <a:spLocks noGrp="1"/>
          </p:cNvSpPr>
          <p:nvPr>
            <p:ph type="subTitle" idx="1"/>
          </p:nvPr>
        </p:nvSpPr>
        <p:spPr>
          <a:xfrm>
            <a:off x="850106" y="1112837"/>
            <a:ext cx="8018860" cy="838200"/>
          </a:xfrm>
        </p:spPr>
        <p:txBody>
          <a:bodyPr>
            <a:normAutofit/>
          </a:bodyPr>
          <a:lstStyle/>
          <a:p>
            <a:pPr algn="l">
              <a:buFont typeface="Arial" pitchFamily="34" charset="0"/>
              <a:buChar char="•"/>
            </a:pPr>
            <a:r>
              <a:rPr lang="en-US" sz="1400" dirty="0"/>
              <a:t>Enter the Reason, Return Date, Return Odometer, Fuel Level, New vehicle to replace, Dents , scratches, Tolls and Fines From the wizard</a:t>
            </a:r>
          </a:p>
          <a:p>
            <a:pPr algn="l">
              <a:buFont typeface="Arial" pitchFamily="34" charset="0"/>
              <a:buChar char="•"/>
            </a:pPr>
            <a:r>
              <a:rPr lang="en-US" sz="1400" dirty="0"/>
              <a:t>Confirm Replacement</a:t>
            </a:r>
          </a:p>
          <a:p>
            <a:pPr algn="l">
              <a:buFont typeface="Arial" pitchFamily="34" charset="0"/>
              <a:buChar char="•"/>
            </a:pPr>
            <a:endParaRPr lang="en-US" sz="1400" dirty="0"/>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pic>
        <p:nvPicPr>
          <p:cNvPr id="3" name="Picture 2">
            <a:extLst>
              <a:ext uri="{FF2B5EF4-FFF2-40B4-BE49-F238E27FC236}">
                <a16:creationId xmlns:a16="http://schemas.microsoft.com/office/drawing/2014/main" id="{3264D1DE-3251-4B5B-A68A-96DDAFD91CCC}"/>
              </a:ext>
            </a:extLst>
          </p:cNvPr>
          <p:cNvPicPr>
            <a:picLocks noChangeAspect="1"/>
          </p:cNvPicPr>
          <p:nvPr/>
        </p:nvPicPr>
        <p:blipFill>
          <a:blip r:embed="rId3"/>
          <a:stretch>
            <a:fillRect/>
          </a:stretch>
        </p:blipFill>
        <p:spPr>
          <a:xfrm>
            <a:off x="545307" y="2227797"/>
            <a:ext cx="9372600" cy="4600040"/>
          </a:xfrm>
          <a:prstGeom prst="rect">
            <a:avLst/>
          </a:prstGeom>
        </p:spPr>
      </p:pic>
    </p:spTree>
  </p:cSld>
  <p:clrMapOvr>
    <a:masterClrMapping/>
  </p:clrMapOvr>
  <p:extLst>
    <p:ext uri="{6950BFC3-D8DA-4A85-94F7-54DA5524770B}">
      <p188:commentRel xmlns:p188="http://schemas.microsoft.com/office/powerpoint/2018/8/main" r:id="rId2"/>
    </p:ext>
  </p:extLs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Replace Vehicles</a:t>
            </a:r>
            <a:endParaRPr lang="en-US" sz="3200" dirty="0">
              <a:solidFill>
                <a:srgbClr val="00B050"/>
              </a:solidFill>
            </a:endParaRPr>
          </a:p>
        </p:txBody>
      </p:sp>
      <p:sp>
        <p:nvSpPr>
          <p:cNvPr id="5" name="Subtitle 2"/>
          <p:cNvSpPr txBox="1">
            <a:spLocks/>
          </p:cNvSpPr>
          <p:nvPr/>
        </p:nvSpPr>
        <p:spPr>
          <a:xfrm>
            <a:off x="850106" y="5456237"/>
            <a:ext cx="8018860" cy="1143000"/>
          </a:xfrm>
          <a:prstGeom prst="rect">
            <a:avLst/>
          </a:prstGeom>
        </p:spPr>
        <p:txBody>
          <a:bodyPr vert="horz" lIns="91440" tIns="45720" rIns="91440" bIns="45720" rtlCol="0">
            <a:normAutofit fontScale="92500"/>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From the form select the Replacement vehicle, Handover date and time, Odometer, Fuel Level, Dents and Scratches</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Click Confirm</a:t>
            </a:r>
          </a:p>
          <a:p>
            <a:pPr defTabSz="1007943">
              <a:lnSpc>
                <a:spcPct val="90000"/>
              </a:lnSpc>
              <a:spcBef>
                <a:spcPts val="1102"/>
              </a:spcBef>
              <a:buFont typeface="Arial" pitchFamily="34" charset="0"/>
              <a:buChar char="•"/>
            </a:pPr>
            <a:r>
              <a:rPr lang="en-US" sz="1400" dirty="0">
                <a:solidFill>
                  <a:srgbClr val="023E73"/>
                </a:solidFill>
              </a:rPr>
              <a:t>This will replace the vehicle in the rental contract &amp; change the status of previous vehicle as per the replacement reason</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0BA2E9DB-4B60-4584-A7C8-956FC4AAF84B}"/>
              </a:ext>
            </a:extLst>
          </p:cNvPr>
          <p:cNvPicPr>
            <a:picLocks noChangeAspect="1"/>
          </p:cNvPicPr>
          <p:nvPr/>
        </p:nvPicPr>
        <p:blipFill>
          <a:blip r:embed="rId2"/>
          <a:stretch>
            <a:fillRect/>
          </a:stretch>
        </p:blipFill>
        <p:spPr>
          <a:xfrm>
            <a:off x="773906" y="1112837"/>
            <a:ext cx="8686800" cy="39624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2B5CBFE-6E8B-478A-B39C-453A9C6BD2C4}"/>
              </a:ext>
            </a:extLst>
          </p:cNvPr>
          <p:cNvSpPr txBox="1">
            <a:spLocks/>
          </p:cNvSpPr>
          <p:nvPr/>
        </p:nvSpPr>
        <p:spPr>
          <a:xfrm>
            <a:off x="621507" y="319664"/>
            <a:ext cx="9175590" cy="1396723"/>
          </a:xfrm>
          <a:prstGeom prst="rect">
            <a:avLst/>
          </a:prstGeom>
        </p:spPr>
        <p:txBody>
          <a:bodyPr/>
          <a:lst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a:lstStyle>
          <a:p>
            <a:pPr algn="ctr"/>
            <a:r>
              <a:rPr lang="en-US" dirty="0"/>
              <a:t>Return Vehicle</a:t>
            </a:r>
            <a:endParaRPr lang="en-IN" sz="3200" dirty="0"/>
          </a:p>
        </p:txBody>
      </p:sp>
      <p:sp>
        <p:nvSpPr>
          <p:cNvPr id="7" name="Subtitle 2">
            <a:extLst>
              <a:ext uri="{FF2B5EF4-FFF2-40B4-BE49-F238E27FC236}">
                <a16:creationId xmlns:a16="http://schemas.microsoft.com/office/drawing/2014/main" id="{AA852CF1-FE3D-4D0E-9B4B-BF328304D1C9}"/>
              </a:ext>
            </a:extLst>
          </p:cNvPr>
          <p:cNvSpPr txBox="1">
            <a:spLocks/>
          </p:cNvSpPr>
          <p:nvPr/>
        </p:nvSpPr>
        <p:spPr>
          <a:xfrm>
            <a:off x="850106" y="1142999"/>
            <a:ext cx="8018860" cy="579437"/>
          </a:xfrm>
          <a:prstGeom prst="rect">
            <a:avLst/>
          </a:prstGeom>
        </p:spPr>
        <p:txBody>
          <a:bodyPr>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User can Return the vehicle on rental contract by clicking the “Return” button as highlighted</a:t>
            </a:r>
          </a:p>
          <a:p>
            <a:endParaRPr lang="en-US" sz="1400" b="1" dirty="0"/>
          </a:p>
          <a:p>
            <a:endParaRPr lang="en-US" sz="1400" dirty="0"/>
          </a:p>
          <a:p>
            <a:endParaRPr lang="en-US" sz="1400" dirty="0"/>
          </a:p>
          <a:p>
            <a:endParaRPr lang="en-US" sz="2300" dirty="0"/>
          </a:p>
          <a:p>
            <a:endParaRPr lang="en-US" dirty="0"/>
          </a:p>
        </p:txBody>
      </p:sp>
      <p:pic>
        <p:nvPicPr>
          <p:cNvPr id="9" name="Picture 8">
            <a:extLst>
              <a:ext uri="{FF2B5EF4-FFF2-40B4-BE49-F238E27FC236}">
                <a16:creationId xmlns:a16="http://schemas.microsoft.com/office/drawing/2014/main" id="{98B5D2C7-A16A-4BD3-A23E-EC9509AF52AC}"/>
              </a:ext>
            </a:extLst>
          </p:cNvPr>
          <p:cNvPicPr>
            <a:picLocks noChangeAspect="1"/>
          </p:cNvPicPr>
          <p:nvPr/>
        </p:nvPicPr>
        <p:blipFill>
          <a:blip r:embed="rId3"/>
          <a:stretch>
            <a:fillRect/>
          </a:stretch>
        </p:blipFill>
        <p:spPr>
          <a:xfrm>
            <a:off x="697707" y="2103438"/>
            <a:ext cx="8686800" cy="2133600"/>
          </a:xfrm>
          <a:prstGeom prst="rect">
            <a:avLst/>
          </a:prstGeom>
        </p:spPr>
      </p:pic>
      <p:sp>
        <p:nvSpPr>
          <p:cNvPr id="10" name="Subtitle 2">
            <a:extLst>
              <a:ext uri="{FF2B5EF4-FFF2-40B4-BE49-F238E27FC236}">
                <a16:creationId xmlns:a16="http://schemas.microsoft.com/office/drawing/2014/main" id="{1D71652A-FE74-4A3B-AA9F-F3070F5B344E}"/>
              </a:ext>
            </a:extLst>
          </p:cNvPr>
          <p:cNvSpPr txBox="1">
            <a:spLocks/>
          </p:cNvSpPr>
          <p:nvPr/>
        </p:nvSpPr>
        <p:spPr>
          <a:xfrm>
            <a:off x="850106" y="5434446"/>
            <a:ext cx="8018860" cy="997528"/>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This will open a popup window</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Enter the Reason, Return Date, Return Odometer, Fuel Level, Dents, Scratches, Tolls and Fines</a:t>
            </a: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spTree>
    <p:extLst>
      <p:ext uri="{BB962C8B-B14F-4D97-AF65-F5344CB8AC3E}">
        <p14:creationId xmlns:p14="http://schemas.microsoft.com/office/powerpoint/2010/main" val="42210882"/>
      </p:ext>
    </p:extLst>
  </p:cSld>
  <p:clrMapOvr>
    <a:masterClrMapping/>
  </p:clrMapOvr>
  <p:extLst>
    <p:ext uri="{6950BFC3-D8DA-4A85-94F7-54DA5524770B}">
      <p188:commentRel xmlns:p188="http://schemas.microsoft.com/office/powerpoint/2018/8/main" r:id="rId2"/>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07260-808A-4427-868A-FA69B5FAD1AC}"/>
              </a:ext>
            </a:extLst>
          </p:cNvPr>
          <p:cNvSpPr>
            <a:spLocks noGrp="1"/>
          </p:cNvSpPr>
          <p:nvPr>
            <p:ph type="title"/>
          </p:nvPr>
        </p:nvSpPr>
        <p:spPr>
          <a:xfrm>
            <a:off x="1843313" y="350836"/>
            <a:ext cx="7953783" cy="1396723"/>
          </a:xfrm>
        </p:spPr>
        <p:txBody>
          <a:bodyPr/>
          <a:lstStyle/>
          <a:p>
            <a:r>
              <a:rPr lang="en-US" dirty="0"/>
              <a:t>Return Vehicle</a:t>
            </a:r>
            <a:endParaRPr lang="en-IN" sz="3200" dirty="0"/>
          </a:p>
        </p:txBody>
      </p:sp>
      <p:pic>
        <p:nvPicPr>
          <p:cNvPr id="4" name="Picture 3">
            <a:extLst>
              <a:ext uri="{FF2B5EF4-FFF2-40B4-BE49-F238E27FC236}">
                <a16:creationId xmlns:a16="http://schemas.microsoft.com/office/drawing/2014/main" id="{8D559598-160F-49A3-81E6-045E27A37BE1}"/>
              </a:ext>
            </a:extLst>
          </p:cNvPr>
          <p:cNvPicPr>
            <a:picLocks noChangeAspect="1"/>
          </p:cNvPicPr>
          <p:nvPr/>
        </p:nvPicPr>
        <p:blipFill>
          <a:blip r:embed="rId2"/>
          <a:stretch>
            <a:fillRect/>
          </a:stretch>
        </p:blipFill>
        <p:spPr>
          <a:xfrm>
            <a:off x="926307" y="1722437"/>
            <a:ext cx="8305800" cy="3886200"/>
          </a:xfrm>
          <a:prstGeom prst="rect">
            <a:avLst/>
          </a:prstGeom>
        </p:spPr>
      </p:pic>
      <p:sp>
        <p:nvSpPr>
          <p:cNvPr id="5" name="Subtitle 2">
            <a:extLst>
              <a:ext uri="{FF2B5EF4-FFF2-40B4-BE49-F238E27FC236}">
                <a16:creationId xmlns:a16="http://schemas.microsoft.com/office/drawing/2014/main" id="{16119E66-5F78-4F13-814D-44C9518BFC5A}"/>
              </a:ext>
            </a:extLst>
          </p:cNvPr>
          <p:cNvSpPr txBox="1">
            <a:spLocks/>
          </p:cNvSpPr>
          <p:nvPr/>
        </p:nvSpPr>
        <p:spPr>
          <a:xfrm>
            <a:off x="850106" y="6065837"/>
            <a:ext cx="8018860" cy="533400"/>
          </a:xfrm>
          <a:prstGeom prst="rect">
            <a:avLst/>
          </a:prstGeom>
        </p:spPr>
        <p:txBody>
          <a:bodyPr>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Confirm</a:t>
            </a:r>
          </a:p>
          <a:p>
            <a:endParaRPr lang="en-US" sz="1400" b="1" dirty="0"/>
          </a:p>
          <a:p>
            <a:endParaRPr lang="en-US" sz="1400" dirty="0"/>
          </a:p>
          <a:p>
            <a:endParaRPr lang="en-US" sz="1400" dirty="0"/>
          </a:p>
          <a:p>
            <a:endParaRPr lang="en-US" sz="2300" dirty="0"/>
          </a:p>
          <a:p>
            <a:endParaRPr lang="en-US" dirty="0"/>
          </a:p>
        </p:txBody>
      </p:sp>
    </p:spTree>
    <p:extLst>
      <p:ext uri="{BB962C8B-B14F-4D97-AF65-F5344CB8AC3E}">
        <p14:creationId xmlns:p14="http://schemas.microsoft.com/office/powerpoint/2010/main" val="202311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85D3F-FDAA-4929-836B-13A7AB35EA06}"/>
              </a:ext>
            </a:extLst>
          </p:cNvPr>
          <p:cNvSpPr>
            <a:spLocks noGrp="1"/>
          </p:cNvSpPr>
          <p:nvPr>
            <p:ph type="title"/>
          </p:nvPr>
        </p:nvSpPr>
        <p:spPr/>
        <p:txBody>
          <a:bodyPr/>
          <a:lstStyle/>
          <a:p>
            <a:r>
              <a:rPr lang="en-US" dirty="0"/>
              <a:t>Return Vehicle</a:t>
            </a:r>
            <a:endParaRPr lang="en-IN" dirty="0"/>
          </a:p>
        </p:txBody>
      </p:sp>
      <p:sp>
        <p:nvSpPr>
          <p:cNvPr id="3" name="Subtitle 2">
            <a:extLst>
              <a:ext uri="{FF2B5EF4-FFF2-40B4-BE49-F238E27FC236}">
                <a16:creationId xmlns:a16="http://schemas.microsoft.com/office/drawing/2014/main" id="{71ABBD89-0D74-4F88-A502-C7E6D08B8657}"/>
              </a:ext>
            </a:extLst>
          </p:cNvPr>
          <p:cNvSpPr txBox="1">
            <a:spLocks/>
          </p:cNvSpPr>
          <p:nvPr/>
        </p:nvSpPr>
        <p:spPr>
          <a:xfrm>
            <a:off x="926306" y="2393373"/>
            <a:ext cx="8018860" cy="2377064"/>
          </a:xfrm>
          <a:prstGeom prst="rect">
            <a:avLst/>
          </a:prstGeom>
        </p:spPr>
        <p:txBody>
          <a:bodyPr>
            <a:normAutofit/>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400" dirty="0"/>
              <a:t>In the rental returning form user can enter the details as shown in the above form</a:t>
            </a:r>
          </a:p>
          <a:p>
            <a:r>
              <a:rPr lang="en-US" sz="1400" dirty="0"/>
              <a:t>Based on the Rental  if there is any additional charges and rental terms in long term, short term or online booking User will get an option to create invoices for those charges</a:t>
            </a:r>
          </a:p>
          <a:p>
            <a:r>
              <a:rPr lang="en-US" sz="1400" dirty="0"/>
              <a:t>If rental terms is spot invoice automatically created when we confirm the rent. Additional charges added to the invoice if it’s not confirmed otherwise new invoice created. </a:t>
            </a:r>
          </a:p>
          <a:p>
            <a:r>
              <a:rPr lang="en-US" sz="1400" dirty="0"/>
              <a:t>User can still create any additional invoice after closing the rental as well.</a:t>
            </a:r>
          </a:p>
          <a:p>
            <a:r>
              <a:rPr lang="en-US" sz="1400" dirty="0"/>
              <a:t>If the rental contract is locked, then the user will not be able to create any new invoices or modify the contract parameters</a:t>
            </a:r>
          </a:p>
          <a:p>
            <a:endParaRPr lang="en-US" sz="1400" b="1" dirty="0"/>
          </a:p>
          <a:p>
            <a:endParaRPr lang="en-US" sz="1400" dirty="0"/>
          </a:p>
          <a:p>
            <a:endParaRPr lang="en-US" sz="1400" dirty="0"/>
          </a:p>
          <a:p>
            <a:endParaRPr lang="en-US" sz="2300" dirty="0"/>
          </a:p>
          <a:p>
            <a:endParaRPr lang="en-US" dirty="0"/>
          </a:p>
        </p:txBody>
      </p:sp>
    </p:spTree>
    <p:extLst>
      <p:ext uri="{BB962C8B-B14F-4D97-AF65-F5344CB8AC3E}">
        <p14:creationId xmlns:p14="http://schemas.microsoft.com/office/powerpoint/2010/main" val="16915182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Close Rental</a:t>
            </a:r>
            <a:endParaRPr lang="en-US" sz="3200" dirty="0">
              <a:solidFill>
                <a:srgbClr val="00B050"/>
              </a:solidFill>
            </a:endParaRPr>
          </a:p>
        </p:txBody>
      </p:sp>
      <p:sp>
        <p:nvSpPr>
          <p:cNvPr id="6" name="Subtitle 2"/>
          <p:cNvSpPr>
            <a:spLocks noGrp="1"/>
          </p:cNvSpPr>
          <p:nvPr>
            <p:ph type="subTitle" idx="1"/>
          </p:nvPr>
        </p:nvSpPr>
        <p:spPr>
          <a:xfrm>
            <a:off x="850106" y="1112837"/>
            <a:ext cx="8018860" cy="609600"/>
          </a:xfrm>
        </p:spPr>
        <p:txBody>
          <a:bodyPr>
            <a:normAutofit/>
          </a:bodyPr>
          <a:lstStyle/>
          <a:p>
            <a:pPr algn="l">
              <a:buFont typeface="Arial" pitchFamily="34" charset="0"/>
              <a:buChar char="•"/>
            </a:pPr>
            <a:r>
              <a:rPr lang="en-US" sz="1400" dirty="0"/>
              <a:t>To close a renal contract , click on the “Close” button as highlighted</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
        <p:nvSpPr>
          <p:cNvPr id="8" name="Subtitle 2"/>
          <p:cNvSpPr txBox="1">
            <a:spLocks/>
          </p:cNvSpPr>
          <p:nvPr/>
        </p:nvSpPr>
        <p:spPr>
          <a:xfrm>
            <a:off x="850106" y="5456237"/>
            <a:ext cx="8018860" cy="685800"/>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kumimoji="0" lang="en-US" sz="1400" b="0" i="0" u="none" strike="noStrike" kern="1200" cap="none" spc="0" normalizeH="0" baseline="0" noProof="0" dirty="0">
                <a:ln>
                  <a:noFill/>
                </a:ln>
                <a:solidFill>
                  <a:srgbClr val="023E73"/>
                </a:solidFill>
                <a:effectLst/>
                <a:uLnTx/>
                <a:uFillTx/>
                <a:latin typeface="+mn-lt"/>
                <a:ea typeface="+mn-ea"/>
                <a:cs typeface="+mn-cs"/>
              </a:rPr>
              <a:t>This will open a popup window</a:t>
            </a: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49AE8F90-57F2-449D-98C0-21CE593C06FC}"/>
              </a:ext>
            </a:extLst>
          </p:cNvPr>
          <p:cNvPicPr>
            <a:picLocks noChangeAspect="1"/>
          </p:cNvPicPr>
          <p:nvPr/>
        </p:nvPicPr>
        <p:blipFill>
          <a:blip r:embed="rId2"/>
          <a:stretch>
            <a:fillRect/>
          </a:stretch>
        </p:blipFill>
        <p:spPr>
          <a:xfrm>
            <a:off x="469107" y="1874838"/>
            <a:ext cx="9372600" cy="23622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Close Rental</a:t>
            </a:r>
            <a:endParaRPr lang="en-US" sz="3200" dirty="0">
              <a:solidFill>
                <a:srgbClr val="00B050"/>
              </a:solidFill>
            </a:endParaRPr>
          </a:p>
        </p:txBody>
      </p:sp>
      <p:sp>
        <p:nvSpPr>
          <p:cNvPr id="6" name="Subtitle 2">
            <a:extLst>
              <a:ext uri="{FF2B5EF4-FFF2-40B4-BE49-F238E27FC236}">
                <a16:creationId xmlns:a16="http://schemas.microsoft.com/office/drawing/2014/main" id="{EC9C6F09-7C84-43A2-8AC3-E548FFE4D200}"/>
              </a:ext>
            </a:extLst>
          </p:cNvPr>
          <p:cNvSpPr txBox="1">
            <a:spLocks/>
          </p:cNvSpPr>
          <p:nvPr/>
        </p:nvSpPr>
        <p:spPr>
          <a:xfrm>
            <a:off x="850106" y="5434446"/>
            <a:ext cx="8018860" cy="997528"/>
          </a:xfrm>
          <a:prstGeom prst="rect">
            <a:avLst/>
          </a:prstGeom>
        </p:spPr>
        <p:txBody>
          <a:bodyPr vert="horz" lIns="91440" tIns="45720" rIns="91440" bIns="45720" rtlCol="0">
            <a:normAutofit/>
          </a:bodyPr>
          <a:lstStyle/>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Enter Tolls and Fines</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r>
              <a:rPr lang="en-US" sz="1400" dirty="0">
                <a:solidFill>
                  <a:srgbClr val="023E73"/>
                </a:solidFill>
              </a:rPr>
              <a:t>Confirm Close</a:t>
            </a: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anose="020B0604020202020204" pitchFamily="34" charset="0"/>
              <a:buNone/>
              <a:tabLst/>
              <a:defRPr/>
            </a:pPr>
            <a:endParaRPr kumimoji="0" lang="en-US" sz="1400" b="1"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0" marR="0" lvl="0" indent="0"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646" b="0" i="0" u="none" strike="noStrike" kern="1200" cap="none" spc="0" normalizeH="0" baseline="0" noProof="0" dirty="0">
              <a:ln>
                <a:noFill/>
              </a:ln>
              <a:solidFill>
                <a:srgbClr val="023E73"/>
              </a:solidFill>
              <a:effectLst/>
              <a:uLnTx/>
              <a:uFillTx/>
              <a:latin typeface="+mn-lt"/>
              <a:ea typeface="+mn-ea"/>
              <a:cs typeface="+mn-cs"/>
            </a:endParaRPr>
          </a:p>
        </p:txBody>
      </p:sp>
      <p:pic>
        <p:nvPicPr>
          <p:cNvPr id="8" name="Picture 7">
            <a:extLst>
              <a:ext uri="{FF2B5EF4-FFF2-40B4-BE49-F238E27FC236}">
                <a16:creationId xmlns:a16="http://schemas.microsoft.com/office/drawing/2014/main" id="{3F460083-7545-42D3-8AD1-EAAE15D9585A}"/>
              </a:ext>
            </a:extLst>
          </p:cNvPr>
          <p:cNvPicPr>
            <a:picLocks noChangeAspect="1"/>
          </p:cNvPicPr>
          <p:nvPr/>
        </p:nvPicPr>
        <p:blipFill>
          <a:blip r:embed="rId2"/>
          <a:stretch>
            <a:fillRect/>
          </a:stretch>
        </p:blipFill>
        <p:spPr>
          <a:xfrm>
            <a:off x="621507" y="1493836"/>
            <a:ext cx="8839200" cy="3352801"/>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002506" y="-182563"/>
            <a:ext cx="7744420" cy="1018640"/>
          </a:xfrm>
        </p:spPr>
        <p:txBody>
          <a:bodyPr/>
          <a:lstStyle/>
          <a:p>
            <a:r>
              <a:rPr lang="en-US" sz="4800" dirty="0"/>
              <a:t>Close Rental</a:t>
            </a:r>
          </a:p>
        </p:txBody>
      </p:sp>
      <p:sp>
        <p:nvSpPr>
          <p:cNvPr id="6" name="Subtitle 2"/>
          <p:cNvSpPr>
            <a:spLocks noGrp="1"/>
          </p:cNvSpPr>
          <p:nvPr>
            <p:ph type="subTitle" idx="1"/>
          </p:nvPr>
        </p:nvSpPr>
        <p:spPr>
          <a:xfrm>
            <a:off x="926306" y="1874837"/>
            <a:ext cx="8018860" cy="2362200"/>
          </a:xfrm>
        </p:spPr>
        <p:txBody>
          <a:bodyPr>
            <a:normAutofit/>
          </a:bodyPr>
          <a:lstStyle/>
          <a:p>
            <a:pPr algn="l">
              <a:buFont typeface="Arial" pitchFamily="34" charset="0"/>
              <a:buChar char="•"/>
            </a:pPr>
            <a:r>
              <a:rPr lang="en-US" sz="1400" dirty="0"/>
              <a:t>In the rental closing form user can enter the details as shown in the above form</a:t>
            </a:r>
          </a:p>
          <a:p>
            <a:pPr algn="l">
              <a:buFont typeface="Arial" pitchFamily="34" charset="0"/>
              <a:buChar char="•"/>
            </a:pPr>
            <a:r>
              <a:rPr lang="en-US" sz="1400" dirty="0"/>
              <a:t>Based on the details if there is any additional charges, There will be two options.</a:t>
            </a:r>
          </a:p>
          <a:p>
            <a:pPr algn="l">
              <a:buFont typeface="Arial" pitchFamily="34" charset="0"/>
              <a:buChar char="•"/>
            </a:pPr>
            <a:r>
              <a:rPr lang="en-US" sz="1400" dirty="0"/>
              <a:t>User will get an option to create invoices for those charges and close the rental</a:t>
            </a:r>
          </a:p>
          <a:p>
            <a:pPr algn="l">
              <a:buFont typeface="Arial" pitchFamily="34" charset="0"/>
              <a:buChar char="•"/>
            </a:pPr>
            <a:r>
              <a:rPr lang="en-US" sz="1400" dirty="0"/>
              <a:t>Or Close the rental without invoicing the customer for any additional charges</a:t>
            </a:r>
          </a:p>
          <a:p>
            <a:pPr algn="l">
              <a:buFont typeface="Arial" pitchFamily="34" charset="0"/>
              <a:buChar char="•"/>
            </a:pPr>
            <a:r>
              <a:rPr lang="en-US" sz="1400" dirty="0"/>
              <a:t>User can still create any additional invoice after closing the rental as well.</a:t>
            </a:r>
          </a:p>
          <a:p>
            <a:pPr algn="l">
              <a:buFont typeface="Arial" pitchFamily="34" charset="0"/>
              <a:buChar char="•"/>
            </a:pPr>
            <a:r>
              <a:rPr lang="en-US" sz="1400" dirty="0"/>
              <a:t>If the rental contract is locked, then the user will not be able to create any new invoices or modify the contract parameters</a:t>
            </a:r>
          </a:p>
          <a:p>
            <a:pPr algn="l"/>
            <a:endParaRPr lang="en-US" sz="1400" b="1" dirty="0"/>
          </a:p>
          <a:p>
            <a:pPr algn="l">
              <a:buFont typeface="Arial" pitchFamily="34" charset="0"/>
              <a:buChar char="•"/>
            </a:pPr>
            <a:endParaRPr lang="en-US" sz="1400" dirty="0"/>
          </a:p>
          <a:p>
            <a:pPr algn="l">
              <a:buFont typeface="Arial" pitchFamily="34" charset="0"/>
              <a:buChar char="•"/>
            </a:pPr>
            <a:endParaRPr lang="en-US" sz="1400" dirty="0"/>
          </a:p>
          <a:p>
            <a:pPr algn="l">
              <a:buFont typeface="Arial" pitchFamily="34" charset="0"/>
              <a:buChar char="•"/>
            </a:pPr>
            <a:endParaRPr lang="en-US" sz="2300" dirty="0"/>
          </a:p>
          <a:p>
            <a:pPr algn="l">
              <a:buFont typeface="Arial" pitchFamily="34" charset="0"/>
              <a:buChar char="•"/>
            </a:pP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013" y="286372"/>
            <a:ext cx="9062083" cy="1461188"/>
          </a:xfrm>
        </p:spPr>
        <p:txBody>
          <a:bodyPr/>
          <a:lstStyle/>
          <a:p>
            <a:pPr algn="ctr"/>
            <a:r>
              <a:rPr lang="en-US" dirty="0"/>
              <a:t>Lock Rental</a:t>
            </a:r>
            <a:endParaRPr lang="en-US" sz="3200" dirty="0">
              <a:solidFill>
                <a:srgbClr val="00B050"/>
              </a:solidFill>
            </a:endParaRPr>
          </a:p>
        </p:txBody>
      </p:sp>
      <p:sp>
        <p:nvSpPr>
          <p:cNvPr id="6" name="Subtitle 2"/>
          <p:cNvSpPr txBox="1">
            <a:spLocks/>
          </p:cNvSpPr>
          <p:nvPr/>
        </p:nvSpPr>
        <p:spPr>
          <a:xfrm>
            <a:off x="926306" y="2027237"/>
            <a:ext cx="8018860" cy="914400"/>
          </a:xfrm>
          <a:prstGeom prst="rect">
            <a:avLst/>
          </a:prstGeom>
        </p:spPr>
        <p:txBody>
          <a:bodyPr vert="horz" lIns="91440" tIns="45720" rIns="91440" bIns="45720" rtlCol="0">
            <a:normAutofit/>
          </a:bodyPr>
          <a:lstStyle/>
          <a:p>
            <a:pPr>
              <a:buFont typeface="Arial" pitchFamily="34" charset="0"/>
              <a:buChar char="•"/>
            </a:pPr>
            <a:r>
              <a:rPr lang="en-US" sz="1400" dirty="0"/>
              <a:t>To lock a renal, click on the “Lock” button as highlighted</a:t>
            </a:r>
          </a:p>
          <a:p>
            <a:pPr>
              <a:buFont typeface="Arial" pitchFamily="34" charset="0"/>
              <a:buChar char="•"/>
            </a:pPr>
            <a:r>
              <a:rPr lang="en-US" sz="1400" dirty="0"/>
              <a:t>Once a rentals locked then the user will not be able to modify / invoice the contract.</a:t>
            </a:r>
          </a:p>
          <a:p>
            <a:pPr>
              <a:buFont typeface="Arial" pitchFamily="34" charset="0"/>
              <a:buChar char="•"/>
            </a:pPr>
            <a:r>
              <a:rPr lang="en-US" sz="1400" dirty="0"/>
              <a:t>Managers have the access to unlock a locked rental</a:t>
            </a:r>
          </a:p>
          <a:p>
            <a:pPr>
              <a:buFont typeface="Arial" pitchFamily="34" charset="0"/>
              <a:buChar char="•"/>
            </a:pPr>
            <a:endParaRPr lang="en-US" sz="14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002DEE47-3F5D-479D-93F8-1431DC154BD6}"/>
              </a:ext>
            </a:extLst>
          </p:cNvPr>
          <p:cNvPicPr>
            <a:picLocks noChangeAspect="1"/>
          </p:cNvPicPr>
          <p:nvPr/>
        </p:nvPicPr>
        <p:blipFill>
          <a:blip r:embed="rId2"/>
          <a:stretch>
            <a:fillRect/>
          </a:stretch>
        </p:blipFill>
        <p:spPr>
          <a:xfrm>
            <a:off x="926307" y="2822309"/>
            <a:ext cx="8991600" cy="3591458"/>
          </a:xfrm>
          <a:prstGeom prst="rect">
            <a:avLst/>
          </a:prstGeom>
        </p:spPr>
      </p:pic>
      <p:graphicFrame>
        <p:nvGraphicFramePr>
          <p:cNvPr id="3" name="Table 2">
            <a:extLst>
              <a:ext uri="{FF2B5EF4-FFF2-40B4-BE49-F238E27FC236}">
                <a16:creationId xmlns:a16="http://schemas.microsoft.com/office/drawing/2014/main" id="{50390937-F1FF-646B-21D6-8C93E8D5C4D2}"/>
              </a:ext>
            </a:extLst>
          </p:cNvPr>
          <p:cNvGraphicFramePr>
            <a:graphicFrameLocks noGrp="1"/>
          </p:cNvGraphicFramePr>
          <p:nvPr>
            <p:extLst>
              <p:ext uri="{D42A27DB-BD31-4B8C-83A1-F6EECF244321}">
                <p14:modId xmlns:p14="http://schemas.microsoft.com/office/powerpoint/2010/main" val="1806367295"/>
              </p:ext>
            </p:extLst>
          </p:nvPr>
        </p:nvGraphicFramePr>
        <p:xfrm>
          <a:off x="735013" y="1004708"/>
          <a:ext cx="9221787" cy="870129"/>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458052307"/>
                    </a:ext>
                  </a:extLst>
                </a:gridCol>
              </a:tblGrid>
              <a:tr h="351969">
                <a:tc>
                  <a:txBody>
                    <a:bodyPr/>
                    <a:lstStyle/>
                    <a:p>
                      <a:pPr algn="l"/>
                      <a:r>
                        <a:rPr lang="en-IN" sz="1400" dirty="0"/>
                        <a:t>Menu</a:t>
                      </a:r>
                    </a:p>
                  </a:txBody>
                  <a:tcPr/>
                </a:tc>
                <a:extLst>
                  <a:ext uri="{0D108BD9-81ED-4DB2-BD59-A6C34878D82A}">
                    <a16:rowId xmlns:a16="http://schemas.microsoft.com/office/drawing/2014/main" val="2060719691"/>
                  </a:ext>
                </a:extLst>
              </a:tr>
              <a:tr h="478678">
                <a:tc>
                  <a:txBody>
                    <a:bodyPr/>
                    <a:lstStyle/>
                    <a:p>
                      <a:pPr algn="l"/>
                      <a:r>
                        <a:rPr lang="en-IN" sz="1400" dirty="0"/>
                        <a:t>Fleet Rental -&gt; Rental Management -&gt; Rental Contract</a:t>
                      </a:r>
                    </a:p>
                    <a:p>
                      <a:pPr algn="l"/>
                      <a:r>
                        <a:rPr lang="en-IN" sz="1400" dirty="0"/>
                        <a:t>Open the contract to be locked</a:t>
                      </a:r>
                    </a:p>
                  </a:txBody>
                  <a:tcPr/>
                </a:tc>
                <a:extLst>
                  <a:ext uri="{0D108BD9-81ED-4DB2-BD59-A6C34878D82A}">
                    <a16:rowId xmlns:a16="http://schemas.microsoft.com/office/drawing/2014/main" val="847689442"/>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307" y="286372"/>
            <a:ext cx="9251790" cy="826465"/>
          </a:xfrm>
        </p:spPr>
        <p:txBody>
          <a:bodyPr/>
          <a:lstStyle/>
          <a:p>
            <a:r>
              <a:rPr lang="en-US" dirty="0"/>
              <a:t>Upload Excel Files of Fines</a:t>
            </a:r>
          </a:p>
        </p:txBody>
      </p:sp>
      <p:sp>
        <p:nvSpPr>
          <p:cNvPr id="6" name="Subtitle 2"/>
          <p:cNvSpPr txBox="1">
            <a:spLocks/>
          </p:cNvSpPr>
          <p:nvPr/>
        </p:nvSpPr>
        <p:spPr>
          <a:xfrm>
            <a:off x="926306" y="1646237"/>
            <a:ext cx="8018860" cy="1295400"/>
          </a:xfrm>
          <a:prstGeom prst="rect">
            <a:avLst/>
          </a:prstGeom>
        </p:spPr>
        <p:txBody>
          <a:bodyPr vert="horz" lIns="91440" tIns="45720" rIns="91440" bIns="45720" rtlCol="0">
            <a:normAutofit/>
          </a:bodyPr>
          <a:lstStyle/>
          <a:p>
            <a:pPr>
              <a:buFont typeface="Arial" pitchFamily="34" charset="0"/>
              <a:buChar char="•"/>
            </a:pPr>
            <a:r>
              <a:rPr lang="en-US" sz="1400" dirty="0"/>
              <a:t>To Edit and Upload Excel sheet of Fines</a:t>
            </a:r>
          </a:p>
          <a:p>
            <a:pPr>
              <a:buFont typeface="Arial" pitchFamily="34" charset="0"/>
              <a:buChar char="•"/>
            </a:pPr>
            <a:r>
              <a:rPr lang="en-US" sz="1400" dirty="0"/>
              <a:t>Go to Fleet Rental </a:t>
            </a:r>
            <a:r>
              <a:rPr lang="en-US" sz="1400" dirty="0">
                <a:sym typeface="Wingdings" panose="05000000000000000000" pitchFamily="2" charset="2"/>
              </a:rPr>
              <a:t> </a:t>
            </a:r>
            <a:r>
              <a:rPr lang="en-US" sz="1400" dirty="0"/>
              <a:t>Configurations </a:t>
            </a:r>
            <a:r>
              <a:rPr lang="en-US" sz="1400" dirty="0">
                <a:sym typeface="Wingdings" panose="05000000000000000000" pitchFamily="2" charset="2"/>
              </a:rPr>
              <a:t> Excel File of Fines</a:t>
            </a:r>
            <a:r>
              <a:rPr lang="en-US" sz="1400" dirty="0"/>
              <a:t>.</a:t>
            </a:r>
          </a:p>
          <a:p>
            <a:pPr>
              <a:buFont typeface="Arial" pitchFamily="34" charset="0"/>
              <a:buChar char="•"/>
            </a:pPr>
            <a:r>
              <a:rPr lang="en-US" sz="1400" dirty="0"/>
              <a:t>A wizard will appear</a:t>
            </a:r>
          </a:p>
          <a:p>
            <a:pPr>
              <a:buFont typeface="Arial" pitchFamily="34" charset="0"/>
              <a:buChar char="•"/>
            </a:pPr>
            <a:endParaRPr lang="en-US" sz="14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7" name="Picture 6" descr="Graphical user interface">
            <a:extLst>
              <a:ext uri="{FF2B5EF4-FFF2-40B4-BE49-F238E27FC236}">
                <a16:creationId xmlns:a16="http://schemas.microsoft.com/office/drawing/2014/main" id="{C29DC415-7038-EA8D-6B06-080569B7A06B}"/>
              </a:ext>
            </a:extLst>
          </p:cNvPr>
          <p:cNvPicPr>
            <a:picLocks noChangeAspect="1"/>
          </p:cNvPicPr>
          <p:nvPr/>
        </p:nvPicPr>
        <p:blipFill>
          <a:blip r:embed="rId2"/>
          <a:stretch>
            <a:fillRect/>
          </a:stretch>
        </p:blipFill>
        <p:spPr>
          <a:xfrm>
            <a:off x="392906" y="3096984"/>
            <a:ext cx="9251791" cy="3200401"/>
          </a:xfrm>
          <a:prstGeom prst="rect">
            <a:avLst/>
          </a:prstGeom>
        </p:spPr>
      </p:pic>
      <p:sp>
        <p:nvSpPr>
          <p:cNvPr id="3" name="Title 1">
            <a:extLst>
              <a:ext uri="{FF2B5EF4-FFF2-40B4-BE49-F238E27FC236}">
                <a16:creationId xmlns:a16="http://schemas.microsoft.com/office/drawing/2014/main" id="{7468C350-7093-2A34-6547-F708591DA5E4}"/>
              </a:ext>
            </a:extLst>
          </p:cNvPr>
          <p:cNvSpPr txBox="1">
            <a:spLocks/>
          </p:cNvSpPr>
          <p:nvPr/>
        </p:nvSpPr>
        <p:spPr>
          <a:xfrm>
            <a:off x="7022306" y="1155331"/>
            <a:ext cx="4419600" cy="826465"/>
          </a:xfrm>
          <a:prstGeom prst="rect">
            <a:avLst/>
          </a:prstGeom>
        </p:spPr>
        <p:txBody>
          <a:bodyPr/>
          <a:lst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a:lstStyle>
          <a:p>
            <a:endParaRPr lang="en-US" sz="2800" dirty="0">
              <a:solidFill>
                <a:srgbClr val="00B050"/>
              </a:solidFill>
            </a:endParaRPr>
          </a:p>
        </p:txBody>
      </p:sp>
    </p:spTree>
    <p:extLst>
      <p:ext uri="{BB962C8B-B14F-4D97-AF65-F5344CB8AC3E}">
        <p14:creationId xmlns:p14="http://schemas.microsoft.com/office/powerpoint/2010/main" val="42072848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Upload Excel Files of Fines</a:t>
            </a:r>
          </a:p>
        </p:txBody>
      </p:sp>
      <p:sp>
        <p:nvSpPr>
          <p:cNvPr id="6" name="Subtitle 2"/>
          <p:cNvSpPr txBox="1">
            <a:spLocks/>
          </p:cNvSpPr>
          <p:nvPr/>
        </p:nvSpPr>
        <p:spPr>
          <a:xfrm>
            <a:off x="547395" y="4397852"/>
            <a:ext cx="8984735" cy="914400"/>
          </a:xfrm>
          <a:prstGeom prst="rect">
            <a:avLst/>
          </a:prstGeom>
        </p:spPr>
        <p:txBody>
          <a:bodyPr vert="horz" lIns="91440" tIns="45720" rIns="91440" bIns="45720" rtlCol="0">
            <a:normAutofit/>
          </a:bodyPr>
          <a:lstStyle/>
          <a:p>
            <a:pPr marL="342900" indent="-342900">
              <a:buFont typeface="+mj-lt"/>
              <a:buAutoNum type="arabicPeriod"/>
            </a:pPr>
            <a:r>
              <a:rPr lang="en-US" sz="1400" dirty="0"/>
              <a:t>First Click  Download Template File edit the data</a:t>
            </a:r>
          </a:p>
          <a:p>
            <a:pPr marL="342900" indent="-342900">
              <a:buFont typeface="+mj-lt"/>
              <a:buAutoNum type="arabicPeriod"/>
            </a:pPr>
            <a:r>
              <a:rPr lang="en-US" sz="1400" dirty="0"/>
              <a:t>Click on  Upload your file</a:t>
            </a:r>
          </a:p>
          <a:p>
            <a:pPr marL="342900" indent="-342900">
              <a:buFont typeface="+mj-lt"/>
              <a:buAutoNum type="arabicPeriod"/>
            </a:pPr>
            <a:r>
              <a:rPr lang="en-US" sz="1400" dirty="0"/>
              <a:t>Click on Upload File to update the data</a:t>
            </a: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7" name="Picture 6" descr="Graphical user interface">
            <a:extLst>
              <a:ext uri="{FF2B5EF4-FFF2-40B4-BE49-F238E27FC236}">
                <a16:creationId xmlns:a16="http://schemas.microsoft.com/office/drawing/2014/main" id="{C29DC415-7038-EA8D-6B06-080569B7A06B}"/>
              </a:ext>
            </a:extLst>
          </p:cNvPr>
          <p:cNvPicPr>
            <a:picLocks noChangeAspect="1"/>
          </p:cNvPicPr>
          <p:nvPr/>
        </p:nvPicPr>
        <p:blipFill>
          <a:blip r:embed="rId2"/>
          <a:stretch>
            <a:fillRect/>
          </a:stretch>
        </p:blipFill>
        <p:spPr>
          <a:xfrm>
            <a:off x="413868" y="1016966"/>
            <a:ext cx="9251791" cy="3048000"/>
          </a:xfrm>
          <a:prstGeom prst="rect">
            <a:avLst/>
          </a:prstGeom>
        </p:spPr>
      </p:pic>
      <p:sp>
        <p:nvSpPr>
          <p:cNvPr id="3" name="Flowchart: Connector 2">
            <a:extLst>
              <a:ext uri="{FF2B5EF4-FFF2-40B4-BE49-F238E27FC236}">
                <a16:creationId xmlns:a16="http://schemas.microsoft.com/office/drawing/2014/main" id="{45A8CE67-D9E1-B47D-10F7-63B23441F60B}"/>
              </a:ext>
            </a:extLst>
          </p:cNvPr>
          <p:cNvSpPr/>
          <p:nvPr/>
        </p:nvSpPr>
        <p:spPr>
          <a:xfrm>
            <a:off x="282431" y="1796567"/>
            <a:ext cx="2019656" cy="790140"/>
          </a:xfrm>
          <a:prstGeom prst="flowChartConnec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pic>
        <p:nvPicPr>
          <p:cNvPr id="5" name="Picture 4" descr="Graphical user interface, text, application">
            <a:extLst>
              <a:ext uri="{FF2B5EF4-FFF2-40B4-BE49-F238E27FC236}">
                <a16:creationId xmlns:a16="http://schemas.microsoft.com/office/drawing/2014/main" id="{D4938F89-556F-9661-56D5-7C1FC0885351}"/>
              </a:ext>
            </a:extLst>
          </p:cNvPr>
          <p:cNvPicPr>
            <a:picLocks noChangeAspect="1"/>
          </p:cNvPicPr>
          <p:nvPr/>
        </p:nvPicPr>
        <p:blipFill>
          <a:blip r:embed="rId3"/>
          <a:stretch>
            <a:fillRect/>
          </a:stretch>
        </p:blipFill>
        <p:spPr>
          <a:xfrm>
            <a:off x="529717" y="5368037"/>
            <a:ext cx="8984736" cy="1905266"/>
          </a:xfrm>
          <a:prstGeom prst="rect">
            <a:avLst/>
          </a:prstGeom>
        </p:spPr>
      </p:pic>
    </p:spTree>
    <p:extLst>
      <p:ext uri="{BB962C8B-B14F-4D97-AF65-F5344CB8AC3E}">
        <p14:creationId xmlns:p14="http://schemas.microsoft.com/office/powerpoint/2010/main" val="24327729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 Sales Team </a:t>
            </a:r>
          </a:p>
        </p:txBody>
      </p:sp>
      <p:sp>
        <p:nvSpPr>
          <p:cNvPr id="6" name="Subtitle 2"/>
          <p:cNvSpPr txBox="1">
            <a:spLocks/>
          </p:cNvSpPr>
          <p:nvPr/>
        </p:nvSpPr>
        <p:spPr>
          <a:xfrm>
            <a:off x="926306" y="2179637"/>
            <a:ext cx="8018860" cy="1143000"/>
          </a:xfrm>
          <a:prstGeom prst="rect">
            <a:avLst/>
          </a:prstGeom>
        </p:spPr>
        <p:txBody>
          <a:bodyPr vert="horz" lIns="91440" tIns="45720" rIns="91440" bIns="45720" rtlCol="0">
            <a:normAutofit/>
          </a:bodyPr>
          <a:lstStyle/>
          <a:p>
            <a:pPr>
              <a:buFont typeface="Arial" pitchFamily="34" charset="0"/>
              <a:buChar char="•"/>
            </a:pPr>
            <a:r>
              <a:rPr lang="en-US" sz="1400" dirty="0"/>
              <a:t>Each Salesman should be a user in the system</a:t>
            </a:r>
          </a:p>
          <a:p>
            <a:pPr>
              <a:buFont typeface="Arial" pitchFamily="34" charset="0"/>
              <a:buChar char="•"/>
            </a:pPr>
            <a:r>
              <a:rPr lang="en-US" sz="1400" dirty="0"/>
              <a:t>Commissions will be generated based on the payment</a:t>
            </a:r>
          </a:p>
          <a:p>
            <a:pPr>
              <a:buFont typeface="Arial" pitchFamily="34" charset="0"/>
              <a:buChar char="•"/>
            </a:pPr>
            <a:r>
              <a:rPr lang="en-US" sz="1400" dirty="0"/>
              <a:t>To create a new salesman, click on “CREATE”</a:t>
            </a:r>
          </a:p>
          <a:p>
            <a:pPr>
              <a:buFont typeface="Arial" pitchFamily="34" charset="0"/>
              <a:buChar char="•"/>
            </a:pPr>
            <a:endParaRPr lang="en-US" sz="14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C6C4A823-A32F-4551-B644-72A57AB524B5}"/>
              </a:ext>
            </a:extLst>
          </p:cNvPr>
          <p:cNvPicPr>
            <a:picLocks noChangeAspect="1"/>
          </p:cNvPicPr>
          <p:nvPr/>
        </p:nvPicPr>
        <p:blipFill>
          <a:blip r:embed="rId2"/>
          <a:stretch>
            <a:fillRect/>
          </a:stretch>
        </p:blipFill>
        <p:spPr>
          <a:xfrm>
            <a:off x="469107" y="3034481"/>
            <a:ext cx="9448800" cy="1490712"/>
          </a:xfrm>
          <a:prstGeom prst="rect">
            <a:avLst/>
          </a:prstGeom>
        </p:spPr>
      </p:pic>
      <p:graphicFrame>
        <p:nvGraphicFramePr>
          <p:cNvPr id="3" name="Table 2">
            <a:extLst>
              <a:ext uri="{FF2B5EF4-FFF2-40B4-BE49-F238E27FC236}">
                <a16:creationId xmlns:a16="http://schemas.microsoft.com/office/drawing/2014/main" id="{F80EA143-E44A-A64A-478C-47A150EDD67D}"/>
              </a:ext>
            </a:extLst>
          </p:cNvPr>
          <p:cNvGraphicFramePr>
            <a:graphicFrameLocks noGrp="1"/>
          </p:cNvGraphicFramePr>
          <p:nvPr>
            <p:extLst>
              <p:ext uri="{D42A27DB-BD31-4B8C-83A1-F6EECF244321}">
                <p14:modId xmlns:p14="http://schemas.microsoft.com/office/powerpoint/2010/main" val="2201316199"/>
              </p:ext>
            </p:extLst>
          </p:nvPr>
        </p:nvGraphicFramePr>
        <p:xfrm>
          <a:off x="735013" y="1189037"/>
          <a:ext cx="9221787" cy="83820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458052307"/>
                    </a:ext>
                  </a:extLst>
                </a:gridCol>
              </a:tblGrid>
              <a:tr h="419100">
                <a:tc>
                  <a:txBody>
                    <a:bodyPr/>
                    <a:lstStyle/>
                    <a:p>
                      <a:pPr algn="l"/>
                      <a:r>
                        <a:rPr lang="en-IN" sz="1400" dirty="0"/>
                        <a:t>Menu</a:t>
                      </a:r>
                    </a:p>
                  </a:txBody>
                  <a:tcPr/>
                </a:tc>
                <a:extLst>
                  <a:ext uri="{0D108BD9-81ED-4DB2-BD59-A6C34878D82A}">
                    <a16:rowId xmlns:a16="http://schemas.microsoft.com/office/drawing/2014/main" val="2060719691"/>
                  </a:ext>
                </a:extLst>
              </a:tr>
              <a:tr h="419100">
                <a:tc>
                  <a:txBody>
                    <a:bodyPr/>
                    <a:lstStyle/>
                    <a:p>
                      <a:pPr algn="l"/>
                      <a:r>
                        <a:rPr lang="en-IN" sz="1400" dirty="0"/>
                        <a:t>Fleet Rental -&gt; Rental Management -&gt; Sales Team</a:t>
                      </a:r>
                    </a:p>
                  </a:txBody>
                  <a:tcPr/>
                </a:tc>
                <a:extLst>
                  <a:ext uri="{0D108BD9-81ED-4DB2-BD59-A6C34878D82A}">
                    <a16:rowId xmlns:a16="http://schemas.microsoft.com/office/drawing/2014/main" val="847689442"/>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 Sales Team</a:t>
            </a:r>
          </a:p>
        </p:txBody>
      </p:sp>
      <p:sp>
        <p:nvSpPr>
          <p:cNvPr id="6" name="Subtitle 2"/>
          <p:cNvSpPr txBox="1">
            <a:spLocks/>
          </p:cNvSpPr>
          <p:nvPr/>
        </p:nvSpPr>
        <p:spPr>
          <a:xfrm>
            <a:off x="773906" y="3551237"/>
            <a:ext cx="8018860" cy="1143000"/>
          </a:xfrm>
          <a:prstGeom prst="rect">
            <a:avLst/>
          </a:prstGeom>
        </p:spPr>
        <p:txBody>
          <a:bodyPr vert="horz" lIns="91440" tIns="45720" rIns="91440" bIns="45720" rtlCol="0">
            <a:normAutofit/>
          </a:bodyPr>
          <a:lstStyle/>
          <a:p>
            <a:pPr>
              <a:buFont typeface="Arial" pitchFamily="34" charset="0"/>
              <a:buChar char="•"/>
            </a:pPr>
            <a:r>
              <a:rPr lang="en-US" sz="1400" dirty="0"/>
              <a:t>Define Commission % and select the user correspond to the salesman.</a:t>
            </a:r>
          </a:p>
          <a:p>
            <a:pPr>
              <a:buFont typeface="Arial" pitchFamily="34" charset="0"/>
              <a:buChar char="•"/>
            </a:pPr>
            <a:r>
              <a:rPr lang="en-US" sz="1400" dirty="0"/>
              <a:t>Customers will be auto populated as assigned in the customer form</a:t>
            </a:r>
          </a:p>
          <a:p>
            <a:pPr>
              <a:buFont typeface="Arial" pitchFamily="34" charset="0"/>
              <a:buChar char="•"/>
            </a:pPr>
            <a:r>
              <a:rPr lang="en-US" sz="1400" dirty="0"/>
              <a:t>From Accounting tab select the relevant accounts</a:t>
            </a:r>
          </a:p>
          <a:p>
            <a:pPr>
              <a:buFont typeface="Arial" pitchFamily="34" charset="0"/>
              <a:buChar char="•"/>
            </a:pPr>
            <a:endParaRPr lang="en-US" sz="1400" dirty="0"/>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14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2300" b="0" i="0" u="none" strike="noStrike" kern="1200" cap="none" spc="0" normalizeH="0" baseline="0" noProof="0" dirty="0">
              <a:ln>
                <a:noFill/>
              </a:ln>
              <a:solidFill>
                <a:srgbClr val="023E73"/>
              </a:solidFill>
              <a:effectLst/>
              <a:uLnTx/>
              <a:uFillTx/>
              <a:latin typeface="+mn-lt"/>
              <a:ea typeface="+mn-ea"/>
              <a:cs typeface="+mn-cs"/>
            </a:endParaRPr>
          </a:p>
          <a:p>
            <a:pPr marL="251986" marR="0" lvl="0" indent="-251986" algn="l" defTabSz="1007943" rtl="0" eaLnBrk="1" fontAlgn="auto" latinLnBrk="0" hangingPunct="1">
              <a:lnSpc>
                <a:spcPct val="90000"/>
              </a:lnSpc>
              <a:spcBef>
                <a:spcPts val="1102"/>
              </a:spcBef>
              <a:spcAft>
                <a:spcPts val="0"/>
              </a:spcAft>
              <a:buClrTx/>
              <a:buSzTx/>
              <a:buFont typeface="Arial" pitchFamily="34" charset="0"/>
              <a:buChar char="•"/>
              <a:tabLst/>
              <a:defRPr/>
            </a:pPr>
            <a:endParaRPr kumimoji="0" lang="en-US" sz="3086" b="0" i="0" u="none" strike="noStrike" kern="1200" cap="none" spc="0" normalizeH="0" baseline="0" noProof="0" dirty="0">
              <a:ln>
                <a:noFill/>
              </a:ln>
              <a:solidFill>
                <a:srgbClr val="023E73"/>
              </a:solidFill>
              <a:effectLst/>
              <a:uLnTx/>
              <a:uFillTx/>
              <a:latin typeface="+mn-lt"/>
              <a:ea typeface="+mn-ea"/>
              <a:cs typeface="+mn-cs"/>
            </a:endParaRPr>
          </a:p>
        </p:txBody>
      </p:sp>
      <p:pic>
        <p:nvPicPr>
          <p:cNvPr id="4" name="Picture 3">
            <a:extLst>
              <a:ext uri="{FF2B5EF4-FFF2-40B4-BE49-F238E27FC236}">
                <a16:creationId xmlns:a16="http://schemas.microsoft.com/office/drawing/2014/main" id="{274D167B-6F6E-4739-BFFE-0C76EE9A8691}"/>
              </a:ext>
            </a:extLst>
          </p:cNvPr>
          <p:cNvPicPr>
            <a:picLocks noChangeAspect="1"/>
          </p:cNvPicPr>
          <p:nvPr/>
        </p:nvPicPr>
        <p:blipFill>
          <a:blip r:embed="rId2"/>
          <a:stretch>
            <a:fillRect/>
          </a:stretch>
        </p:blipFill>
        <p:spPr>
          <a:xfrm>
            <a:off x="773906" y="950368"/>
            <a:ext cx="9144001" cy="2372269"/>
          </a:xfrm>
          <a:prstGeom prst="rect">
            <a:avLst/>
          </a:prstGeom>
        </p:spPr>
      </p:pic>
      <p:pic>
        <p:nvPicPr>
          <p:cNvPr id="7" name="Picture 6">
            <a:extLst>
              <a:ext uri="{FF2B5EF4-FFF2-40B4-BE49-F238E27FC236}">
                <a16:creationId xmlns:a16="http://schemas.microsoft.com/office/drawing/2014/main" id="{73B7E56F-9E2B-4955-89BB-FCF143F864AA}"/>
              </a:ext>
            </a:extLst>
          </p:cNvPr>
          <p:cNvPicPr>
            <a:picLocks noChangeAspect="1"/>
          </p:cNvPicPr>
          <p:nvPr/>
        </p:nvPicPr>
        <p:blipFill>
          <a:blip r:embed="rId3"/>
          <a:stretch>
            <a:fillRect/>
          </a:stretch>
        </p:blipFill>
        <p:spPr>
          <a:xfrm>
            <a:off x="773907" y="4389437"/>
            <a:ext cx="8382000" cy="2667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6DB95-3226-0764-7CEB-FD8658FD927F}"/>
              </a:ext>
            </a:extLst>
          </p:cNvPr>
          <p:cNvSpPr>
            <a:spLocks noGrp="1"/>
          </p:cNvSpPr>
          <p:nvPr>
            <p:ph type="title"/>
          </p:nvPr>
        </p:nvSpPr>
        <p:spPr>
          <a:xfrm>
            <a:off x="1231106" y="2459314"/>
            <a:ext cx="7953783" cy="1320523"/>
          </a:xfrm>
        </p:spPr>
        <p:txBody>
          <a:bodyPr/>
          <a:lstStyle/>
          <a:p>
            <a:r>
              <a:rPr lang="en-IN" dirty="0"/>
              <a:t>Vehicle Maintenance</a:t>
            </a:r>
          </a:p>
        </p:txBody>
      </p:sp>
    </p:spTree>
    <p:extLst>
      <p:ext uri="{BB962C8B-B14F-4D97-AF65-F5344CB8AC3E}">
        <p14:creationId xmlns:p14="http://schemas.microsoft.com/office/powerpoint/2010/main" val="819105163"/>
      </p:ext>
    </p:extLst>
  </p:cSld>
  <p:clrMapOvr>
    <a:masterClrMapping/>
  </p:clrMapOvr>
  <p:extLst>
    <p:ext uri="{6950BFC3-D8DA-4A85-94F7-54DA5524770B}">
      <p188:commentRel xmlns:p188="http://schemas.microsoft.com/office/powerpoint/2018/8/main" r:id="rId2"/>
    </p:ext>
  </p:extLs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Start Maintenance</a:t>
            </a:r>
          </a:p>
        </p:txBody>
      </p:sp>
      <p:sp>
        <p:nvSpPr>
          <p:cNvPr id="7" name="Content Placeholder 2">
            <a:extLst>
              <a:ext uri="{FF2B5EF4-FFF2-40B4-BE49-F238E27FC236}">
                <a16:creationId xmlns:a16="http://schemas.microsoft.com/office/drawing/2014/main" id="{CC271EAE-2AC1-4699-9EE0-5959D4B8972C}"/>
              </a:ext>
            </a:extLst>
          </p:cNvPr>
          <p:cNvSpPr>
            <a:spLocks noGrp="1"/>
          </p:cNvSpPr>
          <p:nvPr>
            <p:ph idx="1"/>
          </p:nvPr>
        </p:nvSpPr>
        <p:spPr>
          <a:xfrm>
            <a:off x="621506" y="2259106"/>
            <a:ext cx="8229600" cy="1464739"/>
          </a:xfrm>
        </p:spPr>
        <p:txBody>
          <a:bodyPr/>
          <a:lstStyle/>
          <a:p>
            <a:r>
              <a:rPr lang="en-US" sz="1600" dirty="0"/>
              <a:t>To record a maintenance, Open the Vehicle form and click on the </a:t>
            </a:r>
            <a:r>
              <a:rPr lang="en-US" sz="1600" b="1" dirty="0"/>
              <a:t>Services</a:t>
            </a:r>
            <a:r>
              <a:rPr lang="en-US" sz="1600" dirty="0"/>
              <a:t> button </a:t>
            </a:r>
          </a:p>
          <a:p>
            <a:r>
              <a:rPr lang="en-US" sz="1600" dirty="0"/>
              <a:t>Or Create from Fleet Rental -&gt; Vehicle -&gt;  </a:t>
            </a:r>
            <a:r>
              <a:rPr lang="en-IN" sz="1600" b="0" i="0" dirty="0">
                <a:solidFill>
                  <a:schemeClr val="accent5">
                    <a:lumMod val="50000"/>
                  </a:schemeClr>
                </a:solidFill>
                <a:effectLst/>
              </a:rPr>
              <a:t>Repair/Maintenance</a:t>
            </a:r>
            <a:endParaRPr lang="en-US" sz="1600" b="1" dirty="0"/>
          </a:p>
          <a:p>
            <a:r>
              <a:rPr lang="en-US" sz="1600" dirty="0"/>
              <a:t>Click On </a:t>
            </a:r>
            <a:r>
              <a:rPr lang="en-US" sz="1600" b="1" dirty="0"/>
              <a:t>Create</a:t>
            </a:r>
            <a:r>
              <a:rPr lang="en-US" sz="1600" dirty="0"/>
              <a:t>.</a:t>
            </a:r>
          </a:p>
          <a:p>
            <a:r>
              <a:rPr lang="en-US" sz="1600" dirty="0"/>
              <a:t>Fleet Assistant can only create draft services.</a:t>
            </a:r>
          </a:p>
          <a:p>
            <a:endParaRPr lang="en-US" sz="1600" dirty="0"/>
          </a:p>
          <a:p>
            <a:endParaRPr lang="en-US" sz="2000" dirty="0"/>
          </a:p>
          <a:p>
            <a:endParaRPr lang="en-US" sz="2000" dirty="0"/>
          </a:p>
          <a:p>
            <a:endParaRPr lang="en-US" sz="2000" dirty="0"/>
          </a:p>
          <a:p>
            <a:endParaRPr lang="en-US" sz="2000" dirty="0"/>
          </a:p>
          <a:p>
            <a:endParaRPr lang="en-US" sz="2000" dirty="0"/>
          </a:p>
          <a:p>
            <a:pPr>
              <a:buNone/>
            </a:pPr>
            <a:endParaRPr lang="en-US" sz="2000" dirty="0"/>
          </a:p>
        </p:txBody>
      </p:sp>
      <p:pic>
        <p:nvPicPr>
          <p:cNvPr id="6" name="Picture 5">
            <a:extLst>
              <a:ext uri="{FF2B5EF4-FFF2-40B4-BE49-F238E27FC236}">
                <a16:creationId xmlns:a16="http://schemas.microsoft.com/office/drawing/2014/main" id="{A53DB324-5CFD-4EEA-BB7D-AE130EC6860A}"/>
              </a:ext>
            </a:extLst>
          </p:cNvPr>
          <p:cNvPicPr>
            <a:picLocks noChangeAspect="1"/>
          </p:cNvPicPr>
          <p:nvPr/>
        </p:nvPicPr>
        <p:blipFill>
          <a:blip r:embed="rId2"/>
          <a:stretch>
            <a:fillRect/>
          </a:stretch>
        </p:blipFill>
        <p:spPr>
          <a:xfrm>
            <a:off x="391365" y="3932237"/>
            <a:ext cx="9677401" cy="2438399"/>
          </a:xfrm>
          <a:prstGeom prst="rect">
            <a:avLst/>
          </a:prstGeom>
        </p:spPr>
      </p:pic>
      <p:graphicFrame>
        <p:nvGraphicFramePr>
          <p:cNvPr id="3" name="Table 2">
            <a:extLst>
              <a:ext uri="{FF2B5EF4-FFF2-40B4-BE49-F238E27FC236}">
                <a16:creationId xmlns:a16="http://schemas.microsoft.com/office/drawing/2014/main" id="{575D34BA-0482-DD61-7CBB-98128A107987}"/>
              </a:ext>
            </a:extLst>
          </p:cNvPr>
          <p:cNvGraphicFramePr>
            <a:graphicFrameLocks noGrp="1"/>
          </p:cNvGraphicFramePr>
          <p:nvPr>
            <p:extLst>
              <p:ext uri="{D42A27DB-BD31-4B8C-83A1-F6EECF244321}">
                <p14:modId xmlns:p14="http://schemas.microsoft.com/office/powerpoint/2010/main" val="2150042713"/>
              </p:ext>
            </p:extLst>
          </p:nvPr>
        </p:nvGraphicFramePr>
        <p:xfrm>
          <a:off x="735013" y="960437"/>
          <a:ext cx="9221787" cy="1127760"/>
        </p:xfrm>
        <a:graphic>
          <a:graphicData uri="http://schemas.openxmlformats.org/drawingml/2006/table">
            <a:tbl>
              <a:tblPr firstRow="1" bandRow="1">
                <a:tableStyleId>{7DF18680-E054-41AD-8BC1-D1AEF772440D}</a:tableStyleId>
              </a:tblPr>
              <a:tblGrid>
                <a:gridCol w="9221787">
                  <a:extLst>
                    <a:ext uri="{9D8B030D-6E8A-4147-A177-3AD203B41FA5}">
                      <a16:colId xmlns:a16="http://schemas.microsoft.com/office/drawing/2014/main" val="1458052307"/>
                    </a:ext>
                  </a:extLst>
                </a:gridCol>
              </a:tblGrid>
              <a:tr h="294669">
                <a:tc>
                  <a:txBody>
                    <a:bodyPr/>
                    <a:lstStyle/>
                    <a:p>
                      <a:pPr algn="l"/>
                      <a:r>
                        <a:rPr lang="en-IN" sz="1400" dirty="0"/>
                        <a:t>Menu</a:t>
                      </a:r>
                    </a:p>
                  </a:txBody>
                  <a:tcPr/>
                </a:tc>
                <a:extLst>
                  <a:ext uri="{0D108BD9-81ED-4DB2-BD59-A6C34878D82A}">
                    <a16:rowId xmlns:a16="http://schemas.microsoft.com/office/drawing/2014/main" val="2060719691"/>
                  </a:ext>
                </a:extLst>
              </a:tr>
              <a:tr h="294669">
                <a:tc>
                  <a:txBody>
                    <a:bodyPr/>
                    <a:lstStyle/>
                    <a:p>
                      <a:pPr algn="l"/>
                      <a:r>
                        <a:rPr lang="en-IN" sz="1400" dirty="0"/>
                        <a:t>Fleet Rental -&gt; Rental Management -&gt; Vehicles</a:t>
                      </a:r>
                    </a:p>
                  </a:txBody>
                  <a:tcPr/>
                </a:tc>
                <a:extLst>
                  <a:ext uri="{0D108BD9-81ED-4DB2-BD59-A6C34878D82A}">
                    <a16:rowId xmlns:a16="http://schemas.microsoft.com/office/drawing/2014/main" val="847689442"/>
                  </a:ext>
                </a:extLst>
              </a:tr>
              <a:tr h="500938">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en-IN" sz="1400" dirty="0"/>
                        <a:t>Fleet Rental -&gt; Vehicles -&gt; Repair/Maintenance</a:t>
                      </a:r>
                    </a:p>
                    <a:p>
                      <a:pPr algn="l"/>
                      <a:endParaRPr lang="en-IN" sz="1400" dirty="0"/>
                    </a:p>
                  </a:txBody>
                  <a:tcPr/>
                </a:tc>
                <a:extLst>
                  <a:ext uri="{0D108BD9-81ED-4DB2-BD59-A6C34878D82A}">
                    <a16:rowId xmlns:a16="http://schemas.microsoft.com/office/drawing/2014/main" val="3600109078"/>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83904BA-8A3B-4D10-8D0A-2CF592523E94}"/>
              </a:ext>
            </a:extLst>
          </p:cNvPr>
          <p:cNvSpPr txBox="1">
            <a:spLocks/>
          </p:cNvSpPr>
          <p:nvPr/>
        </p:nvSpPr>
        <p:spPr>
          <a:xfrm>
            <a:off x="1840707" y="274637"/>
            <a:ext cx="5486400" cy="914400"/>
          </a:xfrm>
          <a:prstGeom prst="rect">
            <a:avLst/>
          </a:prstGeom>
        </p:spPr>
        <p:txBody>
          <a:bodyPr/>
          <a:lstStyle>
            <a:lvl1pPr algn="l" defTabSz="1007943" rtl="0" eaLnBrk="1" latinLnBrk="0" hangingPunct="1">
              <a:lnSpc>
                <a:spcPct val="90000"/>
              </a:lnSpc>
              <a:spcBef>
                <a:spcPct val="0"/>
              </a:spcBef>
              <a:buNone/>
              <a:defRPr sz="4850" kern="1200" baseline="0">
                <a:solidFill>
                  <a:srgbClr val="023E73"/>
                </a:solidFill>
                <a:latin typeface="+mj-lt"/>
                <a:ea typeface="+mj-ea"/>
                <a:cs typeface="+mj-cs"/>
              </a:defRPr>
            </a:lvl1pPr>
          </a:lstStyle>
          <a:p>
            <a:r>
              <a:rPr lang="en-US" dirty="0"/>
              <a:t>Start Maintenance</a:t>
            </a:r>
          </a:p>
        </p:txBody>
      </p:sp>
      <p:sp>
        <p:nvSpPr>
          <p:cNvPr id="10" name="Content Placeholder 2">
            <a:extLst>
              <a:ext uri="{FF2B5EF4-FFF2-40B4-BE49-F238E27FC236}">
                <a16:creationId xmlns:a16="http://schemas.microsoft.com/office/drawing/2014/main" id="{D30CE90A-C643-4D77-8C55-75573A27588F}"/>
              </a:ext>
            </a:extLst>
          </p:cNvPr>
          <p:cNvSpPr txBox="1">
            <a:spLocks/>
          </p:cNvSpPr>
          <p:nvPr/>
        </p:nvSpPr>
        <p:spPr>
          <a:xfrm>
            <a:off x="621506" y="1493837"/>
            <a:ext cx="8229600" cy="1491633"/>
          </a:xfrm>
          <a:prstGeom prst="rect">
            <a:avLst/>
          </a:prstGeom>
        </p:spPr>
        <p:txBody>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pPr marL="0" indent="0">
              <a:buNone/>
            </a:pPr>
            <a:r>
              <a:rPr lang="en-US" sz="1600" dirty="0"/>
              <a:t> </a:t>
            </a:r>
          </a:p>
          <a:p>
            <a:r>
              <a:rPr lang="en-US" sz="1600" dirty="0"/>
              <a:t>Or Create from Fleet Rental -&gt; Vehicle -&gt;  </a:t>
            </a:r>
            <a:r>
              <a:rPr lang="en-IN" sz="1600" dirty="0">
                <a:solidFill>
                  <a:schemeClr val="accent5">
                    <a:lumMod val="50000"/>
                  </a:schemeClr>
                </a:solidFill>
              </a:rPr>
              <a:t>Repair/Maintenance</a:t>
            </a:r>
            <a:endParaRPr lang="en-US" sz="1600" b="1" dirty="0"/>
          </a:p>
          <a:p>
            <a:r>
              <a:rPr lang="en-US" sz="1600" dirty="0"/>
              <a:t>Click On </a:t>
            </a:r>
            <a:r>
              <a:rPr lang="en-US" sz="1600" b="1" dirty="0"/>
              <a:t>Create</a:t>
            </a:r>
            <a:r>
              <a:rPr lang="en-US" sz="1600" dirty="0"/>
              <a:t>.</a:t>
            </a:r>
          </a:p>
          <a:p>
            <a:r>
              <a:rPr lang="en-US" sz="1600" dirty="0"/>
              <a:t>Fleet Assistant can only create draft services.</a:t>
            </a:r>
            <a:endParaRPr lang="en-US" sz="2000" dirty="0"/>
          </a:p>
          <a:p>
            <a:endParaRPr lang="en-US" sz="2000" dirty="0"/>
          </a:p>
          <a:p>
            <a:endParaRPr lang="en-US" sz="2000" dirty="0"/>
          </a:p>
          <a:p>
            <a:endParaRPr lang="en-US" sz="2000" dirty="0"/>
          </a:p>
          <a:p>
            <a:pPr>
              <a:buFont typeface="Arial" panose="020B0604020202020204" pitchFamily="34" charset="0"/>
              <a:buNone/>
            </a:pPr>
            <a:endParaRPr lang="en-US" sz="2000" dirty="0"/>
          </a:p>
        </p:txBody>
      </p:sp>
      <p:pic>
        <p:nvPicPr>
          <p:cNvPr id="8" name="Picture 7">
            <a:extLst>
              <a:ext uri="{FF2B5EF4-FFF2-40B4-BE49-F238E27FC236}">
                <a16:creationId xmlns:a16="http://schemas.microsoft.com/office/drawing/2014/main" id="{AB13150D-E875-4475-931D-518379BFB841}"/>
              </a:ext>
            </a:extLst>
          </p:cNvPr>
          <p:cNvPicPr>
            <a:picLocks noChangeAspect="1"/>
          </p:cNvPicPr>
          <p:nvPr/>
        </p:nvPicPr>
        <p:blipFill>
          <a:blip r:embed="rId2"/>
          <a:stretch>
            <a:fillRect/>
          </a:stretch>
        </p:blipFill>
        <p:spPr>
          <a:xfrm>
            <a:off x="469107" y="3398837"/>
            <a:ext cx="9601200" cy="2380923"/>
          </a:xfrm>
          <a:prstGeom prst="rect">
            <a:avLst/>
          </a:prstGeom>
        </p:spPr>
      </p:pic>
    </p:spTree>
    <p:extLst>
      <p:ext uri="{BB962C8B-B14F-4D97-AF65-F5344CB8AC3E}">
        <p14:creationId xmlns:p14="http://schemas.microsoft.com/office/powerpoint/2010/main" val="36585949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3313" y="255199"/>
            <a:ext cx="7953783" cy="1461188"/>
          </a:xfrm>
        </p:spPr>
        <p:txBody>
          <a:bodyPr/>
          <a:lstStyle/>
          <a:p>
            <a:r>
              <a:rPr lang="en-US" dirty="0"/>
              <a:t>Confirm Maintenance</a:t>
            </a:r>
          </a:p>
        </p:txBody>
      </p:sp>
      <p:sp>
        <p:nvSpPr>
          <p:cNvPr id="7" name="Content Placeholder 2">
            <a:extLst>
              <a:ext uri="{FF2B5EF4-FFF2-40B4-BE49-F238E27FC236}">
                <a16:creationId xmlns:a16="http://schemas.microsoft.com/office/drawing/2014/main" id="{CC271EAE-2AC1-4699-9EE0-5959D4B8972C}"/>
              </a:ext>
            </a:extLst>
          </p:cNvPr>
          <p:cNvSpPr>
            <a:spLocks noGrp="1"/>
          </p:cNvSpPr>
          <p:nvPr>
            <p:ph idx="1"/>
          </p:nvPr>
        </p:nvSpPr>
        <p:spPr>
          <a:xfrm>
            <a:off x="621506" y="1129553"/>
            <a:ext cx="8229600" cy="1964484"/>
          </a:xfrm>
        </p:spPr>
        <p:txBody>
          <a:bodyPr/>
          <a:lstStyle/>
          <a:p>
            <a:r>
              <a:rPr lang="en-US" sz="1600" dirty="0"/>
              <a:t>Fleet Manager can confirm the maintenance to start</a:t>
            </a:r>
          </a:p>
          <a:p>
            <a:r>
              <a:rPr lang="en-US" sz="1600" dirty="0"/>
              <a:t>Enter the expected completion date (“ETIC”)</a:t>
            </a:r>
          </a:p>
          <a:p>
            <a:r>
              <a:rPr lang="en-US" sz="1600" dirty="0"/>
              <a:t>Add Repair types ( If any)</a:t>
            </a:r>
          </a:p>
          <a:p>
            <a:r>
              <a:rPr lang="en-US" sz="1600" dirty="0"/>
              <a:t>Click  on ‘GENERATE BILL” to create vendor bill</a:t>
            </a:r>
          </a:p>
          <a:p>
            <a:endParaRPr lang="en-US" sz="1600" dirty="0"/>
          </a:p>
          <a:p>
            <a:endParaRPr lang="en-US" sz="2000" dirty="0"/>
          </a:p>
          <a:p>
            <a:endParaRPr lang="en-US" sz="2000" dirty="0"/>
          </a:p>
          <a:p>
            <a:endParaRPr lang="en-US" sz="2000" dirty="0"/>
          </a:p>
          <a:p>
            <a:endParaRPr lang="en-US" sz="2000" dirty="0"/>
          </a:p>
          <a:p>
            <a:endParaRPr lang="en-US" sz="2000" dirty="0"/>
          </a:p>
          <a:p>
            <a:pPr>
              <a:buNone/>
            </a:pPr>
            <a:endParaRPr lang="en-US" sz="2000" dirty="0"/>
          </a:p>
        </p:txBody>
      </p:sp>
      <p:pic>
        <p:nvPicPr>
          <p:cNvPr id="8" name="Picture 7">
            <a:extLst>
              <a:ext uri="{FF2B5EF4-FFF2-40B4-BE49-F238E27FC236}">
                <a16:creationId xmlns:a16="http://schemas.microsoft.com/office/drawing/2014/main" id="{E0E73B93-7145-497A-92F1-06A0F7D59EA6}"/>
              </a:ext>
            </a:extLst>
          </p:cNvPr>
          <p:cNvPicPr>
            <a:picLocks noChangeAspect="1"/>
          </p:cNvPicPr>
          <p:nvPr/>
        </p:nvPicPr>
        <p:blipFill>
          <a:blip r:embed="rId2"/>
          <a:stretch>
            <a:fillRect/>
          </a:stretch>
        </p:blipFill>
        <p:spPr>
          <a:xfrm>
            <a:off x="392907" y="3246437"/>
            <a:ext cx="9677402" cy="327597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457C1CC-BBCE-459A-97B4-584F5F066A8B}"/>
              </a:ext>
            </a:extLst>
          </p:cNvPr>
          <p:cNvPicPr>
            <a:picLocks noChangeAspect="1"/>
          </p:cNvPicPr>
          <p:nvPr/>
        </p:nvPicPr>
        <p:blipFill>
          <a:blip r:embed="rId2"/>
          <a:stretch>
            <a:fillRect/>
          </a:stretch>
        </p:blipFill>
        <p:spPr>
          <a:xfrm>
            <a:off x="469107" y="2179637"/>
            <a:ext cx="9829800" cy="3441698"/>
          </a:xfrm>
          <a:prstGeom prst="rect">
            <a:avLst/>
          </a:prstGeom>
        </p:spPr>
      </p:pic>
      <p:sp>
        <p:nvSpPr>
          <p:cNvPr id="4" name="Content Placeholder 2">
            <a:extLst>
              <a:ext uri="{FF2B5EF4-FFF2-40B4-BE49-F238E27FC236}">
                <a16:creationId xmlns:a16="http://schemas.microsoft.com/office/drawing/2014/main" id="{FAF0CF52-C4B3-4354-B803-92B847012B9C}"/>
              </a:ext>
            </a:extLst>
          </p:cNvPr>
          <p:cNvSpPr txBox="1">
            <a:spLocks/>
          </p:cNvSpPr>
          <p:nvPr/>
        </p:nvSpPr>
        <p:spPr>
          <a:xfrm>
            <a:off x="621506" y="1338918"/>
            <a:ext cx="8229600" cy="916919"/>
          </a:xfrm>
          <a:prstGeom prst="rect">
            <a:avLst/>
          </a:prstGeom>
        </p:spPr>
        <p:txBody>
          <a:bodyPr/>
          <a:lst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rgbClr val="023E73"/>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a:lstStyle>
          <a:p>
            <a:r>
              <a:rPr lang="en-US" sz="1600" dirty="0"/>
              <a:t>Select Workshop</a:t>
            </a:r>
          </a:p>
          <a:p>
            <a:endParaRPr lang="en-US" sz="2000" dirty="0"/>
          </a:p>
          <a:p>
            <a:endParaRPr lang="en-US" sz="2000" dirty="0"/>
          </a:p>
          <a:p>
            <a:endParaRPr lang="en-US" sz="2000" dirty="0"/>
          </a:p>
          <a:p>
            <a:endParaRPr lang="en-US" sz="2000" dirty="0"/>
          </a:p>
          <a:p>
            <a:endParaRPr lang="en-US" sz="2000" dirty="0"/>
          </a:p>
          <a:p>
            <a:pPr>
              <a:buFont typeface="Arial" panose="020B0604020202020204" pitchFamily="34" charset="0"/>
              <a:buNone/>
            </a:pPr>
            <a:endParaRPr lang="en-US" sz="2000" dirty="0"/>
          </a:p>
        </p:txBody>
      </p:sp>
    </p:spTree>
    <p:extLst>
      <p:ext uri="{BB962C8B-B14F-4D97-AF65-F5344CB8AC3E}">
        <p14:creationId xmlns:p14="http://schemas.microsoft.com/office/powerpoint/2010/main" val="39189832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753EF-C606-3954-E75B-E5A5595C3F06}"/>
              </a:ext>
            </a:extLst>
          </p:cNvPr>
          <p:cNvSpPr>
            <a:spLocks noGrp="1"/>
          </p:cNvSpPr>
          <p:nvPr>
            <p:ph type="title"/>
          </p:nvPr>
        </p:nvSpPr>
        <p:spPr>
          <a:xfrm>
            <a:off x="1843313" y="286372"/>
            <a:ext cx="7953783" cy="1055065"/>
          </a:xfrm>
        </p:spPr>
        <p:txBody>
          <a:bodyPr/>
          <a:lstStyle/>
          <a:p>
            <a:pPr algn="ctr"/>
            <a:r>
              <a:rPr lang="en-IN" dirty="0"/>
              <a:t>Draft Bill/Vendor Bill</a:t>
            </a:r>
          </a:p>
        </p:txBody>
      </p:sp>
      <p:pic>
        <p:nvPicPr>
          <p:cNvPr id="2050" name="Picture 2" descr="image">
            <a:extLst>
              <a:ext uri="{FF2B5EF4-FFF2-40B4-BE49-F238E27FC236}">
                <a16:creationId xmlns:a16="http://schemas.microsoft.com/office/drawing/2014/main" id="{BC655AE4-C0F6-7901-BC87-08956AA4CFD2}"/>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0" t="13008" r="4420" b="13903"/>
          <a:stretch/>
        </p:blipFill>
        <p:spPr bwMode="auto">
          <a:xfrm>
            <a:off x="1269206" y="2713037"/>
            <a:ext cx="8153400" cy="35052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1710456-549B-2345-C75D-92DCB6B98407}"/>
              </a:ext>
            </a:extLst>
          </p:cNvPr>
          <p:cNvSpPr txBox="1"/>
          <p:nvPr/>
        </p:nvSpPr>
        <p:spPr>
          <a:xfrm>
            <a:off x="1345406" y="1570037"/>
            <a:ext cx="6286500" cy="64633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accent1"/>
                </a:solidFill>
              </a:rPr>
              <a:t>Clicking on ‘</a:t>
            </a:r>
            <a:r>
              <a:rPr lang="en-IN" sz="1600" dirty="0">
                <a:solidFill>
                  <a:schemeClr val="accent1"/>
                </a:solidFill>
              </a:rPr>
              <a:t>GENERATE</a:t>
            </a:r>
            <a:r>
              <a:rPr lang="en-IN" dirty="0">
                <a:solidFill>
                  <a:schemeClr val="accent1"/>
                </a:solidFill>
              </a:rPr>
              <a:t> BILL’  draft bill will be created</a:t>
            </a:r>
          </a:p>
          <a:p>
            <a:pPr marL="285750" indent="-285750">
              <a:buFont typeface="Arial" panose="020B0604020202020204" pitchFamily="34" charset="0"/>
              <a:buChar char="•"/>
            </a:pPr>
            <a:r>
              <a:rPr lang="en-IN" dirty="0">
                <a:solidFill>
                  <a:schemeClr val="accent1"/>
                </a:solidFill>
              </a:rPr>
              <a:t>Click ‘CONFIRM’ to generate ‘VENDOR BILL’</a:t>
            </a:r>
          </a:p>
        </p:txBody>
      </p:sp>
    </p:spTree>
    <p:extLst>
      <p:ext uri="{BB962C8B-B14F-4D97-AF65-F5344CB8AC3E}">
        <p14:creationId xmlns:p14="http://schemas.microsoft.com/office/powerpoint/2010/main" val="14366062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B5F60-6A35-DABB-183A-D6C6DD2BA4F6}"/>
              </a:ext>
            </a:extLst>
          </p:cNvPr>
          <p:cNvSpPr>
            <a:spLocks noGrp="1"/>
          </p:cNvSpPr>
          <p:nvPr>
            <p:ph type="title"/>
          </p:nvPr>
        </p:nvSpPr>
        <p:spPr>
          <a:xfrm>
            <a:off x="1078705" y="5608637"/>
            <a:ext cx="8149167" cy="762001"/>
          </a:xfrm>
        </p:spPr>
        <p:txBody>
          <a:bodyPr/>
          <a:lstStyle/>
          <a:p>
            <a:pPr marL="285750" indent="-285750">
              <a:buFont typeface="Arial" panose="020B0604020202020204" pitchFamily="34" charset="0"/>
              <a:buChar char="•"/>
            </a:pPr>
            <a:r>
              <a:rPr lang="en-IN" sz="1600" dirty="0"/>
              <a:t>Click ‘REGISTER PAYMENT’  a pop up form will be created for ‘CREATE PAYMENT’</a:t>
            </a:r>
            <a:br>
              <a:rPr lang="en-IN" sz="1600" dirty="0"/>
            </a:br>
            <a:endParaRPr lang="en-IN" sz="1600" dirty="0"/>
          </a:p>
        </p:txBody>
      </p:sp>
      <p:pic>
        <p:nvPicPr>
          <p:cNvPr id="3074" name="Picture 2">
            <a:extLst>
              <a:ext uri="{FF2B5EF4-FFF2-40B4-BE49-F238E27FC236}">
                <a16:creationId xmlns:a16="http://schemas.microsoft.com/office/drawing/2014/main" id="{78EB4B25-531E-A892-141C-FB9767A225FD}"/>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3008" r="4419" b="5958"/>
          <a:stretch/>
        </p:blipFill>
        <p:spPr bwMode="auto">
          <a:xfrm>
            <a:off x="1078706" y="884237"/>
            <a:ext cx="8149167" cy="3886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90956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226FA894-A30A-E0D4-7AD9-21C48BC8A6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091" t="10719" r="19766" b="48732"/>
          <a:stretch/>
        </p:blipFill>
        <p:spPr bwMode="auto">
          <a:xfrm>
            <a:off x="850106" y="1341437"/>
            <a:ext cx="8763000" cy="2667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140DDB8-F56F-7EB4-3BCC-7187A2484511}"/>
              </a:ext>
            </a:extLst>
          </p:cNvPr>
          <p:cNvSpPr txBox="1"/>
          <p:nvPr/>
        </p:nvSpPr>
        <p:spPr>
          <a:xfrm>
            <a:off x="850106" y="4770437"/>
            <a:ext cx="7010400" cy="338554"/>
          </a:xfrm>
          <a:prstGeom prst="rect">
            <a:avLst/>
          </a:prstGeom>
          <a:noFill/>
        </p:spPr>
        <p:txBody>
          <a:bodyPr wrap="square" rtlCol="0">
            <a:spAutoFit/>
          </a:bodyPr>
          <a:lstStyle/>
          <a:p>
            <a:pPr marL="285750" indent="-285750">
              <a:buFont typeface="Arial" panose="020B0604020202020204" pitchFamily="34" charset="0"/>
              <a:buChar char="•"/>
            </a:pPr>
            <a:r>
              <a:rPr lang="en-IN" sz="1600" dirty="0">
                <a:solidFill>
                  <a:schemeClr val="accent1"/>
                </a:solidFill>
              </a:rPr>
              <a:t>‘CREATE PAYMENT’ will generate finalized maintenance bill.</a:t>
            </a:r>
          </a:p>
        </p:txBody>
      </p:sp>
    </p:spTree>
    <p:extLst>
      <p:ext uri="{BB962C8B-B14F-4D97-AF65-F5344CB8AC3E}">
        <p14:creationId xmlns:p14="http://schemas.microsoft.com/office/powerpoint/2010/main" val="961476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CC3DAE6-5E27-85F4-4DF9-2BEB678ACD2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251" r="4387" b="4382"/>
          <a:stretch/>
        </p:blipFill>
        <p:spPr bwMode="auto">
          <a:xfrm>
            <a:off x="234552" y="1303337"/>
            <a:ext cx="10222707" cy="495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87429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0706" y="274637"/>
            <a:ext cx="7953783" cy="1491410"/>
          </a:xfrm>
        </p:spPr>
        <p:txBody>
          <a:bodyPr/>
          <a:lstStyle/>
          <a:p>
            <a:r>
              <a:rPr lang="en-US" dirty="0"/>
              <a:t>Close Maintenance</a:t>
            </a:r>
          </a:p>
        </p:txBody>
      </p:sp>
      <p:sp>
        <p:nvSpPr>
          <p:cNvPr id="7" name="Content Placeholder 2">
            <a:extLst>
              <a:ext uri="{FF2B5EF4-FFF2-40B4-BE49-F238E27FC236}">
                <a16:creationId xmlns:a16="http://schemas.microsoft.com/office/drawing/2014/main" id="{CC271EAE-2AC1-4699-9EE0-5959D4B8972C}"/>
              </a:ext>
            </a:extLst>
          </p:cNvPr>
          <p:cNvSpPr>
            <a:spLocks noGrp="1"/>
          </p:cNvSpPr>
          <p:nvPr>
            <p:ph idx="1"/>
          </p:nvPr>
        </p:nvSpPr>
        <p:spPr>
          <a:xfrm>
            <a:off x="621506" y="1184845"/>
            <a:ext cx="8229600" cy="4804792"/>
          </a:xfrm>
        </p:spPr>
        <p:txBody>
          <a:bodyPr/>
          <a:lstStyle/>
          <a:p>
            <a:r>
              <a:rPr lang="en-US" sz="1600" dirty="0"/>
              <a:t>Once the maintenance is over click on “Close”</a:t>
            </a:r>
            <a:endParaRPr lang="en-US" sz="1600" b="1" dirty="0"/>
          </a:p>
          <a:p>
            <a:r>
              <a:rPr lang="en-US" sz="1600" dirty="0"/>
              <a:t>If any of the repair types have not completed the system will show below warning</a:t>
            </a:r>
          </a:p>
          <a:p>
            <a:r>
              <a:rPr lang="en-US" sz="1600" dirty="0"/>
              <a:t>To Proceed, user can confirm</a:t>
            </a:r>
          </a:p>
          <a:p>
            <a:endParaRPr lang="en-US" sz="2000" dirty="0"/>
          </a:p>
          <a:p>
            <a:endParaRPr lang="en-US" sz="2000" dirty="0"/>
          </a:p>
          <a:p>
            <a:endParaRPr lang="en-US" sz="2000" dirty="0"/>
          </a:p>
          <a:p>
            <a:endParaRPr lang="en-US" sz="2000" dirty="0"/>
          </a:p>
          <a:p>
            <a:endParaRPr lang="en-US" sz="2000" dirty="0"/>
          </a:p>
          <a:p>
            <a:pPr>
              <a:buNone/>
            </a:pPr>
            <a:endParaRPr lang="en-US" sz="2000" dirty="0"/>
          </a:p>
        </p:txBody>
      </p:sp>
      <p:pic>
        <p:nvPicPr>
          <p:cNvPr id="4" name="Picture 3">
            <a:extLst>
              <a:ext uri="{FF2B5EF4-FFF2-40B4-BE49-F238E27FC236}">
                <a16:creationId xmlns:a16="http://schemas.microsoft.com/office/drawing/2014/main" id="{C5DF5D9B-56C2-42D3-A3F8-71201EF63A4C}"/>
              </a:ext>
            </a:extLst>
          </p:cNvPr>
          <p:cNvPicPr>
            <a:picLocks noChangeAspect="1"/>
          </p:cNvPicPr>
          <p:nvPr/>
        </p:nvPicPr>
        <p:blipFill>
          <a:blip r:embed="rId2"/>
          <a:stretch>
            <a:fillRect/>
          </a:stretch>
        </p:blipFill>
        <p:spPr>
          <a:xfrm>
            <a:off x="621506" y="2674752"/>
            <a:ext cx="9677400" cy="2737437"/>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6106" y="2789237"/>
            <a:ext cx="7953783" cy="1461188"/>
          </a:xfrm>
        </p:spPr>
        <p:txBody>
          <a:bodyPr/>
          <a:lstStyle/>
          <a:p>
            <a:r>
              <a:rPr lang="en-US" dirty="0"/>
              <a:t>END</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002506" y="1265236"/>
          <a:ext cx="7678737" cy="5950621"/>
        </p:xfrm>
        <a:graphic>
          <a:graphicData uri="http://schemas.openxmlformats.org/drawingml/2006/table">
            <a:tbl>
              <a:tblPr firstRow="1" bandRow="1">
                <a:tableStyleId>{5C22544A-7EE6-4342-B048-85BDC9FD1C3A}</a:tableStyleId>
              </a:tblPr>
              <a:tblGrid>
                <a:gridCol w="884166">
                  <a:extLst>
                    <a:ext uri="{9D8B030D-6E8A-4147-A177-3AD203B41FA5}">
                      <a16:colId xmlns:a16="http://schemas.microsoft.com/office/drawing/2014/main" val="20000"/>
                    </a:ext>
                  </a:extLst>
                </a:gridCol>
                <a:gridCol w="1805957">
                  <a:extLst>
                    <a:ext uri="{9D8B030D-6E8A-4147-A177-3AD203B41FA5}">
                      <a16:colId xmlns:a16="http://schemas.microsoft.com/office/drawing/2014/main" val="20001"/>
                    </a:ext>
                  </a:extLst>
                </a:gridCol>
                <a:gridCol w="4988614">
                  <a:extLst>
                    <a:ext uri="{9D8B030D-6E8A-4147-A177-3AD203B41FA5}">
                      <a16:colId xmlns:a16="http://schemas.microsoft.com/office/drawing/2014/main" val="20002"/>
                    </a:ext>
                  </a:extLst>
                </a:gridCol>
              </a:tblGrid>
              <a:tr h="313362">
                <a:tc>
                  <a:txBody>
                    <a:bodyPr/>
                    <a:lstStyle/>
                    <a:p>
                      <a:pPr marL="0" marR="0">
                        <a:spcBef>
                          <a:spcPts val="0"/>
                        </a:spcBef>
                        <a:spcAft>
                          <a:spcPts val="0"/>
                        </a:spcAft>
                      </a:pPr>
                      <a:r>
                        <a:rPr lang="en-US" sz="1400" b="1" dirty="0">
                          <a:solidFill>
                            <a:srgbClr val="000000"/>
                          </a:solidFill>
                          <a:latin typeface="Calibri"/>
                          <a:ea typeface="Calibri"/>
                          <a:cs typeface="Times New Roman"/>
                        </a:rPr>
                        <a:t>#</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b="1" dirty="0">
                          <a:solidFill>
                            <a:srgbClr val="000000"/>
                          </a:solidFill>
                          <a:latin typeface="Calibri"/>
                          <a:ea typeface="Calibri"/>
                          <a:cs typeface="Times New Roman"/>
                        </a:rPr>
                        <a:t>User Role</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b="1" dirty="0">
                          <a:solidFill>
                            <a:srgbClr val="000000"/>
                          </a:solidFill>
                          <a:latin typeface="Calibri"/>
                          <a:ea typeface="Calibri"/>
                          <a:cs typeface="Times New Roman"/>
                        </a:rPr>
                        <a:t>Features</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658060">
                <a:tc>
                  <a:txBody>
                    <a:bodyPr/>
                    <a:lstStyle/>
                    <a:p>
                      <a:pPr marL="0" marR="0">
                        <a:spcBef>
                          <a:spcPts val="0"/>
                        </a:spcBef>
                        <a:spcAft>
                          <a:spcPts val="0"/>
                        </a:spcAft>
                      </a:pPr>
                      <a:r>
                        <a:rPr lang="en-US" sz="1400" dirty="0">
                          <a:solidFill>
                            <a:srgbClr val="000000"/>
                          </a:solidFill>
                          <a:latin typeface="Calibri"/>
                          <a:ea typeface="Calibri"/>
                          <a:cs typeface="Times New Roman"/>
                        </a:rPr>
                        <a:t>1</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Fleet Assistant</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1. Vehicle Registration</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2. Request / Service Maintenance</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3. Receive Vehicles in inventory</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658060">
                <a:tc>
                  <a:txBody>
                    <a:bodyPr/>
                    <a:lstStyle/>
                    <a:p>
                      <a:pPr marL="0" marR="0">
                        <a:spcBef>
                          <a:spcPts val="0"/>
                        </a:spcBef>
                        <a:spcAft>
                          <a:spcPts val="0"/>
                        </a:spcAft>
                      </a:pPr>
                      <a:r>
                        <a:rPr lang="en-US" sz="1400" dirty="0">
                          <a:solidFill>
                            <a:srgbClr val="000000"/>
                          </a:solidFill>
                          <a:latin typeface="Calibri"/>
                          <a:ea typeface="Calibri"/>
                          <a:cs typeface="Times New Roman"/>
                        </a:rPr>
                        <a:t>2</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Fleet Manager</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1200"/>
                        </a:spcAft>
                      </a:pPr>
                      <a:r>
                        <a:rPr lang="en-US" sz="1400" b="1" dirty="0">
                          <a:solidFill>
                            <a:srgbClr val="000000"/>
                          </a:solidFill>
                          <a:latin typeface="Calibri"/>
                          <a:ea typeface="Calibri"/>
                          <a:cs typeface="Times New Roman"/>
                        </a:rPr>
                        <a:t>All features of fleet assistant  +</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1. </a:t>
                      </a:r>
                      <a:r>
                        <a:rPr lang="en-US" sz="1400" dirty="0">
                          <a:solidFill>
                            <a:srgbClr val="000000"/>
                          </a:solidFill>
                          <a:latin typeface="+mn-lt"/>
                          <a:ea typeface="Calibri"/>
                          <a:cs typeface="Times New Roman"/>
                        </a:rPr>
                        <a:t> Approve Vehicle Registration</a:t>
                      </a:r>
                      <a:br>
                        <a:rPr lang="en-US" sz="1400" dirty="0">
                          <a:solidFill>
                            <a:srgbClr val="000000"/>
                          </a:solidFill>
                          <a:latin typeface="Calibri"/>
                          <a:ea typeface="Calibri"/>
                          <a:cs typeface="Times New Roman"/>
                        </a:rPr>
                      </a:br>
                      <a:r>
                        <a:rPr lang="en-US" sz="1400" dirty="0">
                          <a:solidFill>
                            <a:srgbClr val="000000"/>
                          </a:solidFill>
                          <a:latin typeface="+mn-lt"/>
                          <a:ea typeface="Calibri"/>
                          <a:cs typeface="Times New Roman"/>
                        </a:rPr>
                        <a:t>2. Approve Service / Maintenance</a:t>
                      </a:r>
                      <a:br>
                        <a:rPr lang="en-US" sz="1400" dirty="0">
                          <a:solidFill>
                            <a:srgbClr val="000000"/>
                          </a:solidFill>
                          <a:latin typeface="+mn-lt"/>
                          <a:ea typeface="Calibri"/>
                          <a:cs typeface="Times New Roman"/>
                        </a:rPr>
                      </a:br>
                      <a:r>
                        <a:rPr lang="en-US" sz="1400" dirty="0">
                          <a:solidFill>
                            <a:srgbClr val="000000"/>
                          </a:solidFill>
                          <a:latin typeface="+mn-lt"/>
                          <a:ea typeface="Calibri"/>
                          <a:cs typeface="Times New Roman"/>
                        </a:rPr>
                        <a:t>3</a:t>
                      </a:r>
                      <a:r>
                        <a:rPr lang="en-US" sz="1400" dirty="0">
                          <a:solidFill>
                            <a:srgbClr val="000000"/>
                          </a:solidFill>
                          <a:latin typeface="Calibri"/>
                          <a:ea typeface="Calibri"/>
                          <a:cs typeface="Times New Roman"/>
                        </a:rPr>
                        <a:t>. Create vendor bills for services</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54826">
                <a:tc>
                  <a:txBody>
                    <a:bodyPr/>
                    <a:lstStyle/>
                    <a:p>
                      <a:pPr marL="0" marR="0">
                        <a:spcBef>
                          <a:spcPts val="0"/>
                        </a:spcBef>
                        <a:spcAft>
                          <a:spcPts val="0"/>
                        </a:spcAft>
                      </a:pPr>
                      <a:r>
                        <a:rPr lang="en-US" sz="1400" dirty="0">
                          <a:solidFill>
                            <a:srgbClr val="000000"/>
                          </a:solidFill>
                          <a:latin typeface="Calibri"/>
                          <a:ea typeface="Calibri"/>
                          <a:cs typeface="Times New Roman"/>
                        </a:rPr>
                        <a:t>3</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Salesman</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1. Add inquires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2. Send Quotes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3. Confirm order</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4 . Create Booking &amp; rentals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5.Create draft Invoices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5.Mark Damages &amp; capture additional expenses occurred by customer</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5. Close Rentals</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77413">
                <a:tc>
                  <a:txBody>
                    <a:bodyPr/>
                    <a:lstStyle/>
                    <a:p>
                      <a:pPr marL="0" marR="0">
                        <a:spcBef>
                          <a:spcPts val="0"/>
                        </a:spcBef>
                        <a:spcAft>
                          <a:spcPts val="0"/>
                        </a:spcAft>
                      </a:pPr>
                      <a:r>
                        <a:rPr lang="en-US" sz="1400" dirty="0">
                          <a:solidFill>
                            <a:srgbClr val="000000"/>
                          </a:solidFill>
                          <a:latin typeface="Calibri"/>
                          <a:ea typeface="Calibri"/>
                          <a:cs typeface="Times New Roman"/>
                        </a:rPr>
                        <a:t>4</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Sales Manager</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b="1" dirty="0">
                          <a:solidFill>
                            <a:srgbClr val="000000"/>
                          </a:solidFill>
                          <a:latin typeface="Calibri"/>
                          <a:ea typeface="Calibri"/>
                          <a:cs typeface="Times New Roman"/>
                        </a:rPr>
                        <a:t>All features of salesman  +</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1. Manage Sales team</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2. Lock &amp; Unlock Rental Orders</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316120">
                <a:tc>
                  <a:txBody>
                    <a:bodyPr/>
                    <a:lstStyle/>
                    <a:p>
                      <a:pPr marL="0" marR="0">
                        <a:spcBef>
                          <a:spcPts val="0"/>
                        </a:spcBef>
                        <a:spcAft>
                          <a:spcPts val="0"/>
                        </a:spcAft>
                      </a:pPr>
                      <a:r>
                        <a:rPr lang="en-US" sz="1400" dirty="0">
                          <a:solidFill>
                            <a:srgbClr val="000000"/>
                          </a:solidFill>
                          <a:latin typeface="Calibri"/>
                          <a:ea typeface="Calibri"/>
                          <a:cs typeface="Times New Roman"/>
                        </a:rPr>
                        <a:t>5</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dirty="0">
                          <a:solidFill>
                            <a:srgbClr val="000000"/>
                          </a:solidFill>
                          <a:latin typeface="Calibri"/>
                          <a:ea typeface="Calibri"/>
                          <a:cs typeface="Times New Roman"/>
                        </a:rPr>
                        <a:t>Accountant</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400" b="1" dirty="0">
                          <a:solidFill>
                            <a:srgbClr val="000000"/>
                          </a:solidFill>
                          <a:latin typeface="Calibri"/>
                          <a:ea typeface="Calibri"/>
                          <a:cs typeface="Times New Roman"/>
                        </a:rPr>
                        <a:t>All of the above + </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1 .All accounting operations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2</a:t>
                      </a:r>
                      <a:r>
                        <a:rPr lang="en-US" sz="1400" dirty="0">
                          <a:solidFill>
                            <a:srgbClr val="000000"/>
                          </a:solidFill>
                          <a:latin typeface="+mn-lt"/>
                          <a:ea typeface="Calibri"/>
                          <a:cs typeface="Times New Roman"/>
                        </a:rPr>
                        <a:t>. Create Products</a:t>
                      </a:r>
                      <a:endParaRPr lang="en-US" sz="1400" dirty="0">
                        <a:solidFill>
                          <a:srgbClr val="000000"/>
                        </a:solidFill>
                        <a:latin typeface="Calibri"/>
                        <a:ea typeface="Calibri"/>
                        <a:cs typeface="Times New Roman"/>
                      </a:endParaRPr>
                    </a:p>
                    <a:p>
                      <a:pPr marL="0" marR="0">
                        <a:spcBef>
                          <a:spcPts val="0"/>
                        </a:spcBef>
                        <a:spcAft>
                          <a:spcPts val="0"/>
                        </a:spcAft>
                      </a:pPr>
                      <a:r>
                        <a:rPr lang="en-US" sz="1400" dirty="0">
                          <a:solidFill>
                            <a:srgbClr val="000000"/>
                          </a:solidFill>
                          <a:latin typeface="Calibri"/>
                          <a:ea typeface="Calibri"/>
                          <a:cs typeface="Times New Roman"/>
                        </a:rPr>
                        <a:t>3. Create Vehicles</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4. Loan Management</a:t>
                      </a:r>
                    </a:p>
                    <a:p>
                      <a:pPr marL="0" marR="0">
                        <a:spcBef>
                          <a:spcPts val="0"/>
                        </a:spcBef>
                        <a:spcAft>
                          <a:spcPts val="0"/>
                        </a:spcAft>
                      </a:pPr>
                      <a:r>
                        <a:rPr lang="en-US" sz="1400" dirty="0">
                          <a:solidFill>
                            <a:srgbClr val="000000"/>
                          </a:solidFill>
                          <a:latin typeface="Calibri"/>
                          <a:ea typeface="Calibri"/>
                          <a:cs typeface="Times New Roman"/>
                        </a:rPr>
                        <a:t>5. Asset Management</a:t>
                      </a:r>
                      <a:br>
                        <a:rPr lang="en-US" sz="1400" dirty="0">
                          <a:solidFill>
                            <a:srgbClr val="000000"/>
                          </a:solidFill>
                          <a:latin typeface="Calibri"/>
                          <a:ea typeface="Calibri"/>
                          <a:cs typeface="Times New Roman"/>
                        </a:rPr>
                      </a:br>
                      <a:r>
                        <a:rPr lang="en-US" sz="1400" dirty="0">
                          <a:solidFill>
                            <a:srgbClr val="000000"/>
                          </a:solidFill>
                          <a:latin typeface="Calibri"/>
                          <a:ea typeface="Calibri"/>
                          <a:cs typeface="Times New Roman"/>
                        </a:rPr>
                        <a:t>6. Create &amp; approve PO</a:t>
                      </a:r>
                      <a:endParaRPr lang="en-US" sz="1400" dirty="0">
                        <a:latin typeface="Calibri"/>
                        <a:ea typeface="Calibri"/>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7" name="Title 1"/>
          <p:cNvSpPr>
            <a:spLocks noGrp="1"/>
          </p:cNvSpPr>
          <p:nvPr>
            <p:ph type="ctrTitle"/>
          </p:nvPr>
        </p:nvSpPr>
        <p:spPr>
          <a:xfrm>
            <a:off x="1002506" y="170397"/>
            <a:ext cx="7744420" cy="1018640"/>
          </a:xfrm>
        </p:spPr>
        <p:txBody>
          <a:bodyPr/>
          <a:lstStyle/>
          <a:p>
            <a:r>
              <a:rPr lang="en-US" sz="6000" dirty="0"/>
              <a:t>User Roles &amp; Actions</a:t>
            </a:r>
          </a:p>
        </p:txBody>
      </p:sp>
    </p:spTree>
  </p:cSld>
  <p:clrMapOvr>
    <a:masterClrMapping/>
  </p:clrMapOvr>
</p:sld>
</file>

<file path=ppt/theme/theme1.xml><?xml version="1.0" encoding="utf-8"?>
<a:theme xmlns:a="http://schemas.openxmlformats.org/drawingml/2006/main" name="zaeem">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aeem" id="{E711BE86-4B1A-402A-9885-8D6BD6D66D3B}" vid="{CBAE0A60-EAB2-410A-900C-B3B6129620B4}"/>
    </a:ext>
  </a:extLst>
</a:theme>
</file>

<file path=docProps/app.xml><?xml version="1.0" encoding="utf-8"?>
<Properties xmlns="http://schemas.openxmlformats.org/officeDocument/2006/extended-properties" xmlns:vt="http://schemas.openxmlformats.org/officeDocument/2006/docPropsVTypes">
  <Template>zaeem</Template>
  <TotalTime>5303</TotalTime>
  <Words>2398</Words>
  <Application>Microsoft Office PowerPoint</Application>
  <PresentationFormat>Custom</PresentationFormat>
  <Paragraphs>508</Paragraphs>
  <Slides>73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Arial</vt:lpstr>
      <vt:lpstr>Calibri</vt:lpstr>
      <vt:lpstr>Century Gothic</vt:lpstr>
      <vt:lpstr>Roboto</vt:lpstr>
      <vt:lpstr>Symbol</vt:lpstr>
      <vt:lpstr>Wingdings</vt:lpstr>
      <vt:lpstr>zaeem</vt:lpstr>
      <vt:lpstr>Rental ERP</vt:lpstr>
      <vt:lpstr>Introduction</vt:lpstr>
      <vt:lpstr>Fleet Accountant</vt:lpstr>
      <vt:lpstr>PowerPoint Presentation</vt:lpstr>
      <vt:lpstr>Create Product Vehicle Category(optional)</vt:lpstr>
      <vt:lpstr>Create Vehicle Models(optional)</vt:lpstr>
      <vt:lpstr>Create Vehicle Models</vt:lpstr>
      <vt:lpstr>Rental Products</vt:lpstr>
      <vt:lpstr>Create Rental Product</vt:lpstr>
      <vt:lpstr>Create Accessories(optional)</vt:lpstr>
      <vt:lpstr>Create Vendors</vt:lpstr>
      <vt:lpstr>Vehicle Purchase operations</vt:lpstr>
      <vt:lpstr>Vehicle Purchasing</vt:lpstr>
      <vt:lpstr>Purchasing &amp; Inventory</vt:lpstr>
      <vt:lpstr>Purchase Vehicles</vt:lpstr>
      <vt:lpstr>Purchase Vehicles</vt:lpstr>
      <vt:lpstr>Receive Vehicles</vt:lpstr>
      <vt:lpstr>Receive Vehicles</vt:lpstr>
      <vt:lpstr>Receive Vehicles</vt:lpstr>
      <vt:lpstr>Receive Vehicles</vt:lpstr>
      <vt:lpstr>Generate Vendor Bill</vt:lpstr>
      <vt:lpstr>Generate Vendor Bill</vt:lpstr>
      <vt:lpstr>Generate Vendor Bill</vt:lpstr>
      <vt:lpstr>Generate Vendor Bill</vt:lpstr>
      <vt:lpstr>Manage Asset &amp; Loan</vt:lpstr>
      <vt:lpstr>Manage Asset &amp; Loan</vt:lpstr>
      <vt:lpstr>Manage Asset &amp; Loan</vt:lpstr>
      <vt:lpstr>Vehicle &amp; Sales Management</vt:lpstr>
      <vt:lpstr>Vehicle Registration </vt:lpstr>
      <vt:lpstr>Vehicle Registration</vt:lpstr>
      <vt:lpstr>Approve Vehicles</vt:lpstr>
      <vt:lpstr>Vehicle Rental Operations</vt:lpstr>
      <vt:lpstr>Create Customers/Drivers</vt:lpstr>
      <vt:lpstr>Create Quotation</vt:lpstr>
      <vt:lpstr>Create Quotation</vt:lpstr>
      <vt:lpstr>PowerPoint Presentation</vt:lpstr>
      <vt:lpstr>Create Quotation</vt:lpstr>
      <vt:lpstr>Confirm Sale Order</vt:lpstr>
      <vt:lpstr>View Rentals</vt:lpstr>
      <vt:lpstr>Confirm Rental Contract</vt:lpstr>
      <vt:lpstr>PowerPoint Presentation</vt:lpstr>
      <vt:lpstr>Confirm Rental Contract</vt:lpstr>
      <vt:lpstr>Confirm Rental Contract</vt:lpstr>
      <vt:lpstr>Confirm Rental Contract</vt:lpstr>
      <vt:lpstr>PowerPoint Presentation</vt:lpstr>
      <vt:lpstr>Generate Invoices</vt:lpstr>
      <vt:lpstr>Validate Invoices  </vt:lpstr>
      <vt:lpstr>Replace Vehicles</vt:lpstr>
      <vt:lpstr>Replace Vehicles</vt:lpstr>
      <vt:lpstr>Replace Vehicles</vt:lpstr>
      <vt:lpstr>PowerPoint Presentation</vt:lpstr>
      <vt:lpstr>Return Vehicle</vt:lpstr>
      <vt:lpstr>Return Vehicle</vt:lpstr>
      <vt:lpstr>Close Rental</vt:lpstr>
      <vt:lpstr>Close Rental</vt:lpstr>
      <vt:lpstr>Close Rental</vt:lpstr>
      <vt:lpstr>Lock Rental</vt:lpstr>
      <vt:lpstr>Upload Excel Files of Fines</vt:lpstr>
      <vt:lpstr>Upload Excel Files of Fines</vt:lpstr>
      <vt:lpstr>Manage Sales Team </vt:lpstr>
      <vt:lpstr>Manage Sales Team</vt:lpstr>
      <vt:lpstr>Vehicle Maintenance</vt:lpstr>
      <vt:lpstr>Start Maintenance</vt:lpstr>
      <vt:lpstr>PowerPoint Presentation</vt:lpstr>
      <vt:lpstr>Confirm Maintenance</vt:lpstr>
      <vt:lpstr>PowerPoint Presentation</vt:lpstr>
      <vt:lpstr>Draft Bill/Vendor Bill</vt:lpstr>
      <vt:lpstr>Click ‘REGISTER PAYMENT’  a pop up form will be created for ‘CREATE PAYMENT’ </vt:lpstr>
      <vt:lpstr>PowerPoint Presentation</vt:lpstr>
      <vt:lpstr>PowerPoint Presentation</vt:lpstr>
      <vt:lpstr>Close Maintenance</vt:lpstr>
      <vt:lpstr>END</vt:lpstr>
      <vt:lpstr>User Roles &amp; Actions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Jefferson Samson</cp:lastModifiedBy>
  <cp:revision>158</cp:revision>
  <dcterms:created xsi:type="dcterms:W3CDTF">2020-09-06T06:12:09Z</dcterms:created>
  <dcterms:modified xsi:type="dcterms:W3CDTF">2024-02-15T04:42:02Z</dcterms:modified>
</cp:coreProperties>
</file>